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315" r:id="rId4"/>
    <p:sldId id="316" r:id="rId5"/>
    <p:sldId id="317" r:id="rId6"/>
    <p:sldId id="318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295" r:id="rId17"/>
    <p:sldId id="300" r:id="rId18"/>
    <p:sldId id="301" r:id="rId19"/>
    <p:sldId id="302" r:id="rId20"/>
    <p:sldId id="303" r:id="rId21"/>
    <p:sldId id="329" r:id="rId22"/>
    <p:sldId id="287" r:id="rId23"/>
    <p:sldId id="280" r:id="rId24"/>
    <p:sldId id="289" r:id="rId25"/>
    <p:sldId id="288" r:id="rId26"/>
    <p:sldId id="299" r:id="rId27"/>
    <p:sldId id="294" r:id="rId28"/>
    <p:sldId id="290" r:id="rId29"/>
    <p:sldId id="291" r:id="rId30"/>
    <p:sldId id="292" r:id="rId31"/>
    <p:sldId id="293" r:id="rId32"/>
    <p:sldId id="256" r:id="rId33"/>
    <p:sldId id="257" r:id="rId34"/>
    <p:sldId id="260" r:id="rId35"/>
    <p:sldId id="259" r:id="rId36"/>
    <p:sldId id="265" r:id="rId37"/>
    <p:sldId id="266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3:22:51.483" v="822" actId="47"/>
      <pc:docMkLst>
        <pc:docMk/>
      </pc:docMkLst>
      <pc:sldChg chg="modSp mod">
        <pc:chgData name="yoon xihyeon" userId="b03689a23d6da60b" providerId="LiveId" clId="{5D914AD7-9230-47CE-8F52-5A96260F97A5}" dt="2022-11-14T03:46:03.862" v="102" actId="34135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modSp add del mod setBg">
        <pc:chgData name="yoon xihyeon" userId="b03689a23d6da60b" providerId="LiveId" clId="{5D914AD7-9230-47CE-8F52-5A96260F97A5}" dt="2022-11-20T13:22:47.858" v="821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3:22:47.858" v="821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mod">
        <pc:chgData name="yoon xihyeon" userId="b03689a23d6da60b" providerId="LiveId" clId="{5D914AD7-9230-47CE-8F52-5A96260F97A5}" dt="2022-11-14T04:04:39.230" v="750" actId="2057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del mod">
        <pc:chgData name="yoon xihyeon" userId="b03689a23d6da60b" providerId="LiveId" clId="{5D914AD7-9230-47CE-8F52-5A96260F97A5}" dt="2022-11-20T13:22:51.483" v="822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mod">
        <pc:chgData name="yoon xihyeon" userId="b03689a23d6da60b" providerId="LiveId" clId="{5D914AD7-9230-47CE-8F52-5A96260F97A5}" dt="2022-11-14T04:04:29.780" v="736" actId="2057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">
        <pc:chgData name="yoon xihyeon" userId="b03689a23d6da60b" providerId="LiveId" clId="{5D914AD7-9230-47CE-8F52-5A96260F97A5}" dt="2022-11-14T04:05:32.134" v="771" actId="478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3:22:47.858" v="821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3618241602" sldId="315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632028359" sldId="316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902230529" sldId="317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971929721" sldId="318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909889940" sldId="319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635240090" sldId="320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3713980244" sldId="321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455221694" sldId="322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221374303" sldId="323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511315108" sldId="324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599607885" sldId="325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4214377447" sldId="326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975735074" sldId="3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</a:t>
            </a:r>
            <a:r>
              <a:rPr lang="en-US" altLang="ko-KR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 </a:t>
            </a:r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8241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집밥이 늘고 있는데 이 때문에 다이어트에 좋은 음식들과 식재료들 판매가 부쩍 늘고 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매출량 증가세를 보이고 있습니다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02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모른다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싶지 않다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알 수가 없다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230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92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9889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02003" y="1414128"/>
            <a:ext cx="34814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02003" y="1706516"/>
            <a:ext cx="1023458" cy="902458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40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980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22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225" y="1276743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/>
          <p:nvPr/>
        </p:nvSpPr>
        <p:spPr>
          <a:xfrm>
            <a:off x="234434" y="2562091"/>
            <a:ext cx="2643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/>
            <a:stCxn id="6" idx="2"/>
            <a:endCxn id="4" idx="1"/>
          </p:cNvCxnSpPr>
          <p:nvPr/>
        </p:nvCxnSpPr>
        <p:spPr>
          <a:xfrm rot="16200000" flipH="1">
            <a:off x="2022577" y="2680632"/>
            <a:ext cx="525415" cy="145788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/>
          <p:nvPr/>
        </p:nvSpPr>
        <p:spPr>
          <a:xfrm>
            <a:off x="7801761" y="790182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/>
            <a:stCxn id="11" idx="3"/>
            <a:endCxn id="4" idx="3"/>
          </p:cNvCxnSpPr>
          <p:nvPr/>
        </p:nvCxnSpPr>
        <p:spPr>
          <a:xfrm flipH="1">
            <a:off x="9043550" y="1451902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137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0" y="1781372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1315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0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/>
          <p:nvPr/>
        </p:nvSpPr>
        <p:spPr>
          <a:xfrm>
            <a:off x="302003" y="1414128"/>
            <a:ext cx="34814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/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/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/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 flipH="1" flipV="1">
            <a:off x="302003" y="1706516"/>
            <a:ext cx="1023458" cy="902458"/>
          </a:xfrm>
          <a:prstGeom prst="bentConnector3">
            <a:avLst>
              <a:gd name="adj1" fmla="val -22336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377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0" y="1781372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35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387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보건소 모바일 헬스케어 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open </a:t>
            </a:r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api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체성분계 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측정된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기록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측정된 체성분에 따라 필요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</TotalTime>
  <Words>1793</Words>
  <Application>Microsoft Office PowerPoint</Application>
  <PresentationFormat>와이드스크린</PresentationFormat>
  <Paragraphs>309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3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21</cp:revision>
  <dcterms:created xsi:type="dcterms:W3CDTF">2020-11-18T01:48:02Z</dcterms:created>
  <dcterms:modified xsi:type="dcterms:W3CDTF">2022-11-20T14:35:33Z</dcterms:modified>
</cp:coreProperties>
</file>