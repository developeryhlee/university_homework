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4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64" r:id="rId26"/>
    <p:sldId id="348" r:id="rId27"/>
    <p:sldId id="351" r:id="rId28"/>
    <p:sldId id="352" r:id="rId29"/>
    <p:sldId id="288" r:id="rId30"/>
    <p:sldId id="356" r:id="rId31"/>
    <p:sldId id="294" r:id="rId32"/>
    <p:sldId id="353" r:id="rId33"/>
    <p:sldId id="354" r:id="rId34"/>
    <p:sldId id="355" r:id="rId35"/>
    <p:sldId id="363" r:id="rId36"/>
    <p:sldId id="362" r:id="rId37"/>
    <p:sldId id="357" r:id="rId38"/>
    <p:sldId id="358" r:id="rId39"/>
    <p:sldId id="359" r:id="rId40"/>
    <p:sldId id="293" r:id="rId41"/>
    <p:sldId id="291" r:id="rId42"/>
    <p:sldId id="26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3T11:18:16.584" v="2158" actId="1076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addSp delSp modSp mod">
        <pc:chgData name="yoon xihyeon" userId="b03689a23d6da60b" providerId="LiveId" clId="{5D914AD7-9230-47CE-8F52-5A96260F97A5}" dt="2022-12-03T10:33:56.331" v="2100" actId="2057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mod ord">
        <pc:chgData name="yoon xihyeon" userId="b03689a23d6da60b" providerId="LiveId" clId="{5D914AD7-9230-47CE-8F52-5A96260F97A5}" dt="2022-12-03T10:27:37.646" v="1975" actId="1076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3T10:18:45.831" v="1766" actId="478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0:33:33.573" v="2090" actId="20577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0:33:33.573" v="2090" actId="20577"/>
          <ac:spMkLst>
            <pc:docMk/>
            <pc:sldMk cId="4265482267" sldId="348"/>
            <ac:spMk id="3" creationId="{92636388-5B89-5E13-9EFC-F5830EF1F6BC}"/>
          </ac:spMkLst>
        </pc:spChg>
        <pc:spChg chg="add mod">
          <ac:chgData name="yoon xihyeon" userId="b03689a23d6da60b" providerId="LiveId" clId="{5D914AD7-9230-47CE-8F52-5A96260F97A5}" dt="2022-12-03T10:11:03.491" v="1605" actId="207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09:52:32.808" v="989" actId="1076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0:04:06.352" v="1545" actId="20577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09:51:37.665" v="978" actId="164"/>
          <ac:grpSpMkLst>
            <pc:docMk/>
            <pc:sldMk cId="4265482267" sldId="348"/>
            <ac:grpSpMk id="8" creationId="{B7146D0B-6384-A88A-BD5B-E8C6D82D9F2A}"/>
          </ac:grpSpMkLst>
        </pc:grp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0:33:44.171" v="2094" actId="20577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0:33:44.171" v="2094" actId="20577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24.209" v="1608" actId="207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5:37.392" v="1052" actId="207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09:56:24.501" v="1074" actId="20577"/>
          <ac:spMkLst>
            <pc:docMk/>
            <pc:sldMk cId="2881644187" sldId="351"/>
            <ac:spMk id="23" creationId="{BD3B10E6-E104-471D-8D2E-2FA0DD279594}"/>
          </ac:spMkLst>
        </pc:spChg>
      </pc:sldChg>
      <pc:sldChg chg="modSp add mod">
        <pc:chgData name="yoon xihyeon" userId="b03689a23d6da60b" providerId="LiveId" clId="{5D914AD7-9230-47CE-8F52-5A96260F97A5}" dt="2022-12-03T11:18:16.584" v="2158" actId="1076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0:33:51.401" v="2096" actId="20577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34.763" v="1610" actId="207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8:49.460" v="1275" actId="20578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1:18:16.584" v="2158" actId="1076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09:58:49.460" v="1275" actId="20578"/>
          <ac:grpSpMkLst>
            <pc:docMk/>
            <pc:sldMk cId="1848810976" sldId="352"/>
            <ac:grpSpMk id="8" creationId="{B7146D0B-6384-A88A-BD5B-E8C6D82D9F2A}"/>
          </ac:grpSpMkLst>
        </pc:grp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4.847" v="2103" actId="2057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jp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5AE8CE96-121F-E1E1-C732-19E54A31025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939257" y="956441"/>
            <a:ext cx="4313486" cy="3600000"/>
            <a:chOff x="3939257" y="956441"/>
            <a:chExt cx="4313486" cy="360000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6F99E34-0338-4A73-3490-2E37DFFE0ED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939257" y="956441"/>
              <a:ext cx="4313486" cy="3600000"/>
              <a:chOff x="3939257" y="956441"/>
              <a:chExt cx="4313486" cy="3600000"/>
            </a:xfrm>
          </p:grpSpPr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A81C7FE2-5A76-4C1A-8F4E-BBD5A32DB9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 rot="5400000">
                <a:off x="4296000" y="599698"/>
                <a:ext cx="3600000" cy="4313486"/>
              </a:xfrm>
              <a:prstGeom prst="ellipse">
                <a:avLst/>
              </a:prstGeom>
              <a:solidFill>
                <a:schemeClr val="accent2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7034D5-42A8-4241-9D66-9B53239DB21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522445" y="1048794"/>
                <a:ext cx="10967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개발</a:t>
                </a:r>
                <a:r>
                  <a:rPr lang="en-US" altLang="ko-KR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/</a:t>
                </a:r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실행</a:t>
                </a:r>
              </a:p>
            </p:txBody>
          </p:sp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8C3CF9D3-1276-7A55-B535-19C592EE3C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65707" y="1418126"/>
                <a:ext cx="1325278" cy="1325278"/>
              </a:xfrm>
              <a:prstGeom prst="rect">
                <a:avLst/>
              </a:prstGeom>
            </p:spPr>
          </p:pic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02689628-409A-D468-549C-A38C7E22F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94498" y="1418126"/>
                <a:ext cx="1325278" cy="1325278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49B6D5F-A21E-4FE1-D6B3-06440820A44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7184" y="2486611"/>
              <a:ext cx="1717631" cy="1231509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C99F1C-F731-EC76-827D-0F99E6DDF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2733" y="3011650"/>
            <a:ext cx="4521244" cy="3600000"/>
            <a:chOff x="6778305" y="911208"/>
            <a:chExt cx="4521244" cy="360000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6200000">
              <a:off x="7238927" y="450586"/>
              <a:ext cx="3600000" cy="4521244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6E9DB3A-2048-EAB6-36B7-616D8946E83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7484" y="1036670"/>
              <a:ext cx="9428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DB/</a:t>
              </a:r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서버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63068263-0F23-D4D1-2D01-B8BB0B0B329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5205" y="2435635"/>
              <a:ext cx="1381326" cy="972619"/>
            </a:xfrm>
            <a:prstGeom prst="rect">
              <a:avLst/>
            </a:prstGeom>
          </p:spPr>
        </p:pic>
        <p:pic>
          <p:nvPicPr>
            <p:cNvPr id="24" name="그림 23" descr="텍스트이(가) 표시된 사진&#10;&#10;자동 생성된 설명">
              <a:extLst>
                <a:ext uri="{FF2B5EF4-FFF2-40B4-BE49-F238E27FC236}">
                  <a16:creationId xmlns:a16="http://schemas.microsoft.com/office/drawing/2014/main" id="{A25E9556-17A4-E831-67F4-C61A2DC976E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3335" y="1513060"/>
              <a:ext cx="1211176" cy="11451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61E6806-9713-7873-DCE2-E314CC616E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98362" y="2435635"/>
              <a:ext cx="1062038" cy="106203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0C89C6B-B2BE-6534-7432-E60BFC145F7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400" y="3036787"/>
              <a:ext cx="1557045" cy="1082406"/>
            </a:xfrm>
            <a:prstGeom prst="rect">
              <a:avLst/>
            </a:pr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F433DDF-528E-1118-9B31-430149BA99C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06657" y="3011650"/>
            <a:ext cx="4313486" cy="3600000"/>
            <a:chOff x="1206657" y="3011650"/>
            <a:chExt cx="4313486" cy="360000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1563400" y="2654907"/>
              <a:ext cx="3600000" cy="4313486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5ABEF6-466C-8411-6B1B-E095C93131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64572" y="3466756"/>
              <a:ext cx="7473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디자인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C4F4A47-7470-5F95-B2E9-2F4231028B9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54" y="4337063"/>
              <a:ext cx="1052035" cy="1052035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F144570-72F4-6AD5-313E-63970DDB0A8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23" y="4337063"/>
              <a:ext cx="1052034" cy="1052034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F173BDA9-8514-33C4-0E0A-28677657D2F3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0786" y="4337063"/>
              <a:ext cx="1052035" cy="10520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113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3CB85-11BD-80A6-817A-0753C1B6A628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3CC88-3E96-2782-954C-69B06004925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인터페이스 구성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30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31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32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300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33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19028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34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44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35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289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36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3745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37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60096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38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38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92403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7047976" y="4140860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2618" y="4139705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614895" y="1506878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9077546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41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</TotalTime>
  <Words>1798</Words>
  <Application>Microsoft Office PowerPoint</Application>
  <PresentationFormat>와이드스크린</PresentationFormat>
  <Paragraphs>377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35</cp:revision>
  <dcterms:created xsi:type="dcterms:W3CDTF">2020-11-18T01:48:02Z</dcterms:created>
  <dcterms:modified xsi:type="dcterms:W3CDTF">2022-12-03T12:21:26Z</dcterms:modified>
</cp:coreProperties>
</file>