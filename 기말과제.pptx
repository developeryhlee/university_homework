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1" r:id="rId2"/>
  </p:sldMasterIdLst>
  <p:notesMasterIdLst>
    <p:notesMasterId r:id="rId41"/>
  </p:notesMasterIdLst>
  <p:sldIdLst>
    <p:sldId id="330" r:id="rId3"/>
    <p:sldId id="331" r:id="rId4"/>
    <p:sldId id="332" r:id="rId5"/>
    <p:sldId id="333" r:id="rId6"/>
    <p:sldId id="334" r:id="rId7"/>
    <p:sldId id="316" r:id="rId8"/>
    <p:sldId id="336" r:id="rId9"/>
    <p:sldId id="337" r:id="rId10"/>
    <p:sldId id="338" r:id="rId11"/>
    <p:sldId id="339" r:id="rId12"/>
    <p:sldId id="340" r:id="rId13"/>
    <p:sldId id="341" r:id="rId14"/>
    <p:sldId id="342" r:id="rId15"/>
    <p:sldId id="343" r:id="rId16"/>
    <p:sldId id="344" r:id="rId17"/>
    <p:sldId id="345" r:id="rId18"/>
    <p:sldId id="346" r:id="rId19"/>
    <p:sldId id="347" r:id="rId20"/>
    <p:sldId id="301" r:id="rId21"/>
    <p:sldId id="302" r:id="rId22"/>
    <p:sldId id="303" r:id="rId23"/>
    <p:sldId id="329" r:id="rId24"/>
    <p:sldId id="287" r:id="rId25"/>
    <p:sldId id="315" r:id="rId26"/>
    <p:sldId id="348" r:id="rId27"/>
    <p:sldId id="288" r:id="rId28"/>
    <p:sldId id="299" r:id="rId29"/>
    <p:sldId id="294" r:id="rId30"/>
    <p:sldId id="290" r:id="rId31"/>
    <p:sldId id="291" r:id="rId32"/>
    <p:sldId id="292" r:id="rId33"/>
    <p:sldId id="293" r:id="rId34"/>
    <p:sldId id="256" r:id="rId35"/>
    <p:sldId id="257" r:id="rId36"/>
    <p:sldId id="260" r:id="rId37"/>
    <p:sldId id="259" r:id="rId38"/>
    <p:sldId id="265" r:id="rId39"/>
    <p:sldId id="266" r:id="rId4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345C"/>
    <a:srgbClr val="2A345C"/>
    <a:srgbClr val="1C2244"/>
    <a:srgbClr val="F1ECE6"/>
    <a:srgbClr val="0F1225"/>
    <a:srgbClr val="6D8CAC"/>
    <a:srgbClr val="326393"/>
    <a:srgbClr val="C9CACF"/>
    <a:srgbClr val="CAB5BD"/>
    <a:srgbClr val="42689B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D914AD7-9230-47CE-8F52-5A96260F97A5}" v="50" dt="2022-11-14T04:06:28.5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533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56" y="96"/>
      </p:cViewPr>
      <p:guideLst>
        <p:guide orient="horz" pos="2160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microsoft.com/office/2016/11/relationships/changesInfo" Target="changesInfos/changesInfo1.xml"/><Relationship Id="rId20" Type="http://schemas.openxmlformats.org/officeDocument/2006/relationships/slide" Target="slides/slide18.xml"/><Relationship Id="rId41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on xihyeon" userId="b03689a23d6da60b" providerId="LiveId" clId="{FA779DA8-FCDD-4524-96B8-6B2ADE6589CB}"/>
    <pc:docChg chg="undo custSel addSld delSld modSld sldOrd">
      <pc:chgData name="yoon xihyeon" userId="b03689a23d6da60b" providerId="LiveId" clId="{FA779DA8-FCDD-4524-96B8-6B2ADE6589CB}" dt="2022-11-07T04:43:50.822" v="1502" actId="47"/>
      <pc:docMkLst>
        <pc:docMk/>
      </pc:docMkLst>
      <pc:sldChg chg="add del">
        <pc:chgData name="yoon xihyeon" userId="b03689a23d6da60b" providerId="LiveId" clId="{FA779DA8-FCDD-4524-96B8-6B2ADE6589CB}" dt="2022-11-07T04:43:46.807" v="1488" actId="47"/>
        <pc:sldMkLst>
          <pc:docMk/>
          <pc:sldMk cId="427526012" sldId="256"/>
        </pc:sldMkLst>
      </pc:sldChg>
      <pc:sldChg chg="add del">
        <pc:chgData name="yoon xihyeon" userId="b03689a23d6da60b" providerId="LiveId" clId="{FA779DA8-FCDD-4524-96B8-6B2ADE6589CB}" dt="2022-11-07T04:43:46.682" v="1487" actId="47"/>
        <pc:sldMkLst>
          <pc:docMk/>
          <pc:sldMk cId="2335713906" sldId="257"/>
        </pc:sldMkLst>
      </pc:sldChg>
      <pc:sldChg chg="add del">
        <pc:chgData name="yoon xihyeon" userId="b03689a23d6da60b" providerId="LiveId" clId="{FA779DA8-FCDD-4524-96B8-6B2ADE6589CB}" dt="2022-11-07T04:43:46.432" v="1485" actId="47"/>
        <pc:sldMkLst>
          <pc:docMk/>
          <pc:sldMk cId="1913110572" sldId="259"/>
        </pc:sldMkLst>
      </pc:sldChg>
      <pc:sldChg chg="add del">
        <pc:chgData name="yoon xihyeon" userId="b03689a23d6da60b" providerId="LiveId" clId="{FA779DA8-FCDD-4524-96B8-6B2ADE6589CB}" dt="2022-11-07T04:43:46.573" v="1486" actId="47"/>
        <pc:sldMkLst>
          <pc:docMk/>
          <pc:sldMk cId="1735041406" sldId="260"/>
        </pc:sldMkLst>
      </pc:sldChg>
      <pc:sldChg chg="del">
        <pc:chgData name="yoon xihyeon" userId="b03689a23d6da60b" providerId="LiveId" clId="{FA779DA8-FCDD-4524-96B8-6B2ADE6589CB}" dt="2022-11-07T04:42:08.786" v="1453" actId="47"/>
        <pc:sldMkLst>
          <pc:docMk/>
          <pc:sldMk cId="3400164901" sldId="263"/>
        </pc:sldMkLst>
      </pc:sldChg>
      <pc:sldChg chg="add del">
        <pc:chgData name="yoon xihyeon" userId="b03689a23d6da60b" providerId="LiveId" clId="{FA779DA8-FCDD-4524-96B8-6B2ADE6589CB}" dt="2022-11-07T04:43:46.286" v="1484" actId="47"/>
        <pc:sldMkLst>
          <pc:docMk/>
          <pc:sldMk cId="4293141657" sldId="265"/>
        </pc:sldMkLst>
      </pc:sldChg>
      <pc:sldChg chg="add del">
        <pc:chgData name="yoon xihyeon" userId="b03689a23d6da60b" providerId="LiveId" clId="{FA779DA8-FCDD-4524-96B8-6B2ADE6589CB}" dt="2022-11-07T04:43:46.146" v="1483" actId="47"/>
        <pc:sldMkLst>
          <pc:docMk/>
          <pc:sldMk cId="3669176100" sldId="266"/>
        </pc:sldMkLst>
      </pc:sldChg>
      <pc:sldChg chg="addSp delSp modSp mod">
        <pc:chgData name="yoon xihyeon" userId="b03689a23d6da60b" providerId="LiveId" clId="{FA779DA8-FCDD-4524-96B8-6B2ADE6589CB}" dt="2022-11-07T04:30:35.861" v="772" actId="34135"/>
        <pc:sldMkLst>
          <pc:docMk/>
          <pc:sldMk cId="363924761" sldId="270"/>
        </pc:sldMkLst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2" creationId="{F91D96CB-D837-42E6-B753-A362CB784AC7}"/>
          </ac:spMkLst>
        </pc:spChg>
        <pc:spChg chg="del">
          <ac:chgData name="yoon xihyeon" userId="b03689a23d6da60b" providerId="LiveId" clId="{FA779DA8-FCDD-4524-96B8-6B2ADE6589CB}" dt="2022-11-07T04:11:45.004" v="0" actId="478"/>
          <ac:spMkLst>
            <pc:docMk/>
            <pc:sldMk cId="363924761" sldId="270"/>
            <ac:spMk id="3" creationId="{D22DB756-317E-4F42-AF88-B6D561E946B9}"/>
          </ac:spMkLst>
        </pc:spChg>
        <pc:spChg chg="add del mod">
          <ac:chgData name="yoon xihyeon" userId="b03689a23d6da60b" providerId="LiveId" clId="{FA779DA8-FCDD-4524-96B8-6B2ADE6589CB}" dt="2022-11-07T04:24:06.021" v="621"/>
          <ac:spMkLst>
            <pc:docMk/>
            <pc:sldMk cId="363924761" sldId="270"/>
            <ac:spMk id="4" creationId="{5CC51280-6820-55BE-F28C-F6B242EE02BE}"/>
          </ac:spMkLst>
        </pc:spChg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6" creationId="{E00961E7-5079-4C40-88CA-C2ABE8F1C792}"/>
          </ac:spMkLst>
        </pc:spChg>
        <pc:spChg chg="add 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7" creationId="{DFE1CF8F-0A04-2451-73A3-AE1B007F9A9E}"/>
          </ac:spMkLst>
        </pc:sp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9" creationId="{3C8198F5-0634-BA61-239A-21B9EB0E1099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1" creationId="{E1C05F3E-0B7E-593A-B3D3-589700E1EAC7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3" creationId="{34911A46-7330-8FBA-0E15-456C37BF655B}"/>
          </ac:picMkLst>
        </pc:picChg>
        <pc:cxnChg chg="mod">
          <ac:chgData name="yoon xihyeon" userId="b03689a23d6da60b" providerId="LiveId" clId="{FA779DA8-FCDD-4524-96B8-6B2ADE6589CB}" dt="2022-11-07T04:30:35.861" v="772" actId="34135"/>
          <ac:cxnSpMkLst>
            <pc:docMk/>
            <pc:sldMk cId="363924761" sldId="270"/>
            <ac:cxnSpMk id="5" creationId="{9B67F781-4111-4EB6-97E9-84D738AD6180}"/>
          </ac:cxnSpMkLst>
        </pc:cxnChg>
      </pc:sldChg>
      <pc:sldChg chg="addSp delSp modSp mod">
        <pc:chgData name="yoon xihyeon" userId="b03689a23d6da60b" providerId="LiveId" clId="{FA779DA8-FCDD-4524-96B8-6B2ADE6589CB}" dt="2022-11-07T04:30:41.646" v="773" actId="34135"/>
        <pc:sldMkLst>
          <pc:docMk/>
          <pc:sldMk cId="3139286300" sldId="271"/>
        </pc:sldMkLst>
        <pc:spChg chg="add 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2" creationId="{D3D886B7-3A46-78B5-7CC8-F48EB8ABAE6C}"/>
          </ac:spMkLst>
        </pc:spChg>
        <pc:spChg chg="mod">
          <ac:chgData name="yoon xihyeon" userId="b03689a23d6da60b" providerId="LiveId" clId="{FA779DA8-FCDD-4524-96B8-6B2ADE6589CB}" dt="2022-11-07T04:15:15.838" v="213" actId="1076"/>
          <ac:spMkLst>
            <pc:docMk/>
            <pc:sldMk cId="3139286300" sldId="271"/>
            <ac:spMk id="3" creationId="{91C4265C-0EAD-4FFD-BF99-406D49533C1D}"/>
          </ac:spMkLst>
        </pc:spChg>
        <pc:spChg chg="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4" creationId="{E251FDC9-B70C-4BC0-8AC7-216B5765985E}"/>
          </ac:spMkLst>
        </pc:spChg>
        <pc:spChg chg="del">
          <ac:chgData name="yoon xihyeon" userId="b03689a23d6da60b" providerId="LiveId" clId="{FA779DA8-FCDD-4524-96B8-6B2ADE6589CB}" dt="2022-11-07T04:12:29.646" v="25" actId="478"/>
          <ac:spMkLst>
            <pc:docMk/>
            <pc:sldMk cId="3139286300" sldId="271"/>
            <ac:spMk id="5" creationId="{7B2CAB3D-75D4-47BA-AA00-C925C76EC1D2}"/>
          </ac:spMkLst>
        </pc:spChg>
        <pc:spChg chg="del mod">
          <ac:chgData name="yoon xihyeon" userId="b03689a23d6da60b" providerId="LiveId" clId="{FA779DA8-FCDD-4524-96B8-6B2ADE6589CB}" dt="2022-11-07T04:11:52.990" v="2" actId="478"/>
          <ac:spMkLst>
            <pc:docMk/>
            <pc:sldMk cId="3139286300" sldId="271"/>
            <ac:spMk id="6" creationId="{99A3A4B1-78DD-4F9A-807D-7BC51AFF4B1A}"/>
          </ac:spMkLst>
        </pc:spChg>
      </pc:sldChg>
      <pc:sldChg chg="modSp del mod">
        <pc:chgData name="yoon xihyeon" userId="b03689a23d6da60b" providerId="LiveId" clId="{FA779DA8-FCDD-4524-96B8-6B2ADE6589CB}" dt="2022-11-07T04:42:54.466" v="1454" actId="47"/>
        <pc:sldMkLst>
          <pc:docMk/>
          <pc:sldMk cId="1093702214" sldId="272"/>
        </pc:sldMkLst>
        <pc:spChg chg="mod">
          <ac:chgData name="yoon xihyeon" userId="b03689a23d6da60b" providerId="LiveId" clId="{FA779DA8-FCDD-4524-96B8-6B2ADE6589CB}" dt="2022-11-07T04:22:59.567" v="576"/>
          <ac:spMkLst>
            <pc:docMk/>
            <pc:sldMk cId="1093702214" sldId="272"/>
            <ac:spMk id="2" creationId="{70D78051-5D25-4C28-AF49-C76C1C625A61}"/>
          </ac:spMkLst>
        </pc:spChg>
        <pc:spChg chg="mod">
          <ac:chgData name="yoon xihyeon" userId="b03689a23d6da60b" providerId="LiveId" clId="{FA779DA8-FCDD-4524-96B8-6B2ADE6589CB}" dt="2022-11-07T04:41:43.880" v="1439"/>
          <ac:spMkLst>
            <pc:docMk/>
            <pc:sldMk cId="1093702214" sldId="272"/>
            <ac:spMk id="12" creationId="{AC5BFC47-6061-42E2-9E98-02665B87FDEA}"/>
          </ac:spMkLst>
        </pc:spChg>
        <pc:spChg chg="mod">
          <ac:chgData name="yoon xihyeon" userId="b03689a23d6da60b" providerId="LiveId" clId="{FA779DA8-FCDD-4524-96B8-6B2ADE6589CB}" dt="2022-11-07T04:41:46.005" v="1441"/>
          <ac:spMkLst>
            <pc:docMk/>
            <pc:sldMk cId="1093702214" sldId="272"/>
            <ac:spMk id="13" creationId="{B9C6F623-5062-44CA-A8D8-56CE85CA5DAF}"/>
          </ac:spMkLst>
        </pc:spChg>
        <pc:spChg chg="mod">
          <ac:chgData name="yoon xihyeon" userId="b03689a23d6da60b" providerId="LiveId" clId="{FA779DA8-FCDD-4524-96B8-6B2ADE6589CB}" dt="2022-11-07T04:41:48.185" v="1444" actId="20577"/>
          <ac:spMkLst>
            <pc:docMk/>
            <pc:sldMk cId="1093702214" sldId="272"/>
            <ac:spMk id="14" creationId="{94832CDB-A9AF-49BF-B1CA-75054BE16F29}"/>
          </ac:spMkLst>
        </pc:spChg>
      </pc:sldChg>
      <pc:sldChg chg="modSp del mod">
        <pc:chgData name="yoon xihyeon" userId="b03689a23d6da60b" providerId="LiveId" clId="{FA779DA8-FCDD-4524-96B8-6B2ADE6589CB}" dt="2022-11-07T04:42:54.624" v="1455" actId="47"/>
        <pc:sldMkLst>
          <pc:docMk/>
          <pc:sldMk cId="71251117" sldId="273"/>
        </pc:sldMkLst>
        <pc:spChg chg="mod">
          <ac:chgData name="yoon xihyeon" userId="b03689a23d6da60b" providerId="LiveId" clId="{FA779DA8-FCDD-4524-96B8-6B2ADE6589CB}" dt="2022-11-07T04:41:54.115" v="1446"/>
          <ac:spMkLst>
            <pc:docMk/>
            <pc:sldMk cId="71251117" sldId="273"/>
            <ac:spMk id="6" creationId="{7BA593D5-501E-457D-A8CA-AB659DA69256}"/>
          </ac:spMkLst>
        </pc:spChg>
        <pc:spChg chg="mod">
          <ac:chgData name="yoon xihyeon" userId="b03689a23d6da60b" providerId="LiveId" clId="{FA779DA8-FCDD-4524-96B8-6B2ADE6589CB}" dt="2022-11-07T04:41:57.148" v="1448"/>
          <ac:spMkLst>
            <pc:docMk/>
            <pc:sldMk cId="71251117" sldId="273"/>
            <ac:spMk id="7" creationId="{7F27385C-4021-4E81-9927-7001CEA3757F}"/>
          </ac:spMkLst>
        </pc:spChg>
        <pc:spChg chg="mod">
          <ac:chgData name="yoon xihyeon" userId="b03689a23d6da60b" providerId="LiveId" clId="{FA779DA8-FCDD-4524-96B8-6B2ADE6589CB}" dt="2022-11-07T04:41:59.090" v="1450"/>
          <ac:spMkLst>
            <pc:docMk/>
            <pc:sldMk cId="71251117" sldId="273"/>
            <ac:spMk id="12" creationId="{B036977E-A713-40D0-884E-9243F0D831BE}"/>
          </ac:spMkLst>
        </pc:spChg>
        <pc:spChg chg="mod">
          <ac:chgData name="yoon xihyeon" userId="b03689a23d6da60b" providerId="LiveId" clId="{FA779DA8-FCDD-4524-96B8-6B2ADE6589CB}" dt="2022-11-07T04:42:01.022" v="1452"/>
          <ac:spMkLst>
            <pc:docMk/>
            <pc:sldMk cId="71251117" sldId="273"/>
            <ac:spMk id="13" creationId="{4D56B852-D617-4B17-9139-16036874E7FC}"/>
          </ac:spMkLst>
        </pc:spChg>
      </pc:sldChg>
      <pc:sldChg chg="addSp modSp mod ord">
        <pc:chgData name="yoon xihyeon" userId="b03689a23d6da60b" providerId="LiveId" clId="{FA779DA8-FCDD-4524-96B8-6B2ADE6589CB}" dt="2022-11-07T04:41:14.954" v="1436" actId="6559"/>
        <pc:sldMkLst>
          <pc:docMk/>
          <pc:sldMk cId="740605315" sldId="274"/>
        </pc:sldMkLst>
        <pc:spChg chg="mod">
          <ac:chgData name="yoon xihyeon" userId="b03689a23d6da60b" providerId="LiveId" clId="{FA779DA8-FCDD-4524-96B8-6B2ADE6589CB}" dt="2022-11-07T04:40:19.459" v="1425" actId="164"/>
          <ac:spMkLst>
            <pc:docMk/>
            <pc:sldMk cId="740605315" sldId="274"/>
            <ac:spMk id="2" creationId="{FCBB0498-13C3-48CC-9BFE-7243BE8082B0}"/>
          </ac:spMkLst>
        </pc:spChg>
        <pc:spChg chg="mod">
          <ac:chgData name="yoon xihyeon" userId="b03689a23d6da60b" providerId="LiveId" clId="{FA779DA8-FCDD-4524-96B8-6B2ADE6589CB}" dt="2022-11-07T04:40:35.278" v="1427" actId="1076"/>
          <ac:spMkLst>
            <pc:docMk/>
            <pc:sldMk cId="740605315" sldId="274"/>
            <ac:spMk id="3" creationId="{90C0895B-7B4E-4FB6-95D6-6192E6C6C6FE}"/>
          </ac:spMkLst>
        </pc:spChg>
        <pc:spChg chg="mod">
          <ac:chgData name="yoon xihyeon" userId="b03689a23d6da60b" providerId="LiveId" clId="{FA779DA8-FCDD-4524-96B8-6B2ADE6589CB}" dt="2022-11-07T04:41:14.954" v="1436" actId="6559"/>
          <ac:spMkLst>
            <pc:docMk/>
            <pc:sldMk cId="740605315" sldId="274"/>
            <ac:spMk id="4" creationId="{1EF51587-4B82-43A7-8A06-3BA5E76F90F4}"/>
          </ac:spMkLst>
        </pc:spChg>
        <pc:spChg chg="add mod">
          <ac:chgData name="yoon xihyeon" userId="b03689a23d6da60b" providerId="LiveId" clId="{FA779DA8-FCDD-4524-96B8-6B2ADE6589CB}" dt="2022-11-07T04:22:51.260" v="569"/>
          <ac:spMkLst>
            <pc:docMk/>
            <pc:sldMk cId="740605315" sldId="274"/>
            <ac:spMk id="5" creationId="{C42A27B8-3421-9530-A1D5-A9C7F0FA725A}"/>
          </ac:spMkLst>
        </pc:spChg>
        <pc:grpChg chg="add mod">
          <ac:chgData name="yoon xihyeon" userId="b03689a23d6da60b" providerId="LiveId" clId="{FA779DA8-FCDD-4524-96B8-6B2ADE6589CB}" dt="2022-11-07T04:40:25.262" v="1426" actId="1076"/>
          <ac:grpSpMkLst>
            <pc:docMk/>
            <pc:sldMk cId="740605315" sldId="274"/>
            <ac:grpSpMk id="18" creationId="{384813B4-D6BC-CA52-99BE-9311992DB157}"/>
          </ac:grpSpMkLst>
        </pc:grpChg>
        <pc:picChg chg="add mod">
          <ac:chgData name="yoon xihyeon" userId="b03689a23d6da60b" providerId="LiveId" clId="{FA779DA8-FCDD-4524-96B8-6B2ADE6589CB}" dt="2022-11-07T04:35:50.815" v="1148" actId="1037"/>
          <ac:picMkLst>
            <pc:docMk/>
            <pc:sldMk cId="740605315" sldId="274"/>
            <ac:picMk id="7" creationId="{2B607B76-8A96-06C2-FA04-243C45FFDC75}"/>
          </ac:picMkLst>
        </pc:picChg>
        <pc:picChg chg="add mod">
          <ac:chgData name="yoon xihyeon" userId="b03689a23d6da60b" providerId="LiveId" clId="{FA779DA8-FCDD-4524-96B8-6B2ADE6589CB}" dt="2022-11-07T04:34:41.796" v="1113" actId="1076"/>
          <ac:picMkLst>
            <pc:docMk/>
            <pc:sldMk cId="740605315" sldId="274"/>
            <ac:picMk id="9" creationId="{6A18651E-CC6A-D01D-5B90-32C297B9AB6A}"/>
          </ac:picMkLst>
        </pc:picChg>
        <pc:picChg chg="add mod">
          <ac:chgData name="yoon xihyeon" userId="b03689a23d6da60b" providerId="LiveId" clId="{FA779DA8-FCDD-4524-96B8-6B2ADE6589CB}" dt="2022-11-07T04:34:16.945" v="1109" actId="1076"/>
          <ac:picMkLst>
            <pc:docMk/>
            <pc:sldMk cId="740605315" sldId="274"/>
            <ac:picMk id="11" creationId="{93603FCD-F00B-656B-ED6C-9FF95FC1683E}"/>
          </ac:picMkLst>
        </pc:picChg>
        <pc:picChg chg="add mod">
          <ac:chgData name="yoon xihyeon" userId="b03689a23d6da60b" providerId="LiveId" clId="{FA779DA8-FCDD-4524-96B8-6B2ADE6589CB}" dt="2022-11-07T04:40:38.267" v="1434" actId="1035"/>
          <ac:picMkLst>
            <pc:docMk/>
            <pc:sldMk cId="740605315" sldId="274"/>
            <ac:picMk id="13" creationId="{E5AA80AA-9791-C6A4-B9E8-B268FE435CDA}"/>
          </ac:picMkLst>
        </pc:picChg>
        <pc:picChg chg="add mod">
          <ac:chgData name="yoon xihyeon" userId="b03689a23d6da60b" providerId="LiveId" clId="{FA779DA8-FCDD-4524-96B8-6B2ADE6589CB}" dt="2022-11-07T04:34:37.789" v="1112" actId="1076"/>
          <ac:picMkLst>
            <pc:docMk/>
            <pc:sldMk cId="740605315" sldId="274"/>
            <ac:picMk id="15" creationId="{C0712E4A-479F-186D-A339-3582F5E754E2}"/>
          </ac:picMkLst>
        </pc:picChg>
        <pc:picChg chg="add mod">
          <ac:chgData name="yoon xihyeon" userId="b03689a23d6da60b" providerId="LiveId" clId="{FA779DA8-FCDD-4524-96B8-6B2ADE6589CB}" dt="2022-11-07T04:34:44.769" v="1114" actId="1076"/>
          <ac:picMkLst>
            <pc:docMk/>
            <pc:sldMk cId="740605315" sldId="274"/>
            <ac:picMk id="17" creationId="{113EEF0E-73B2-63BC-D5D7-5998EFAC2338}"/>
          </ac:picMkLst>
        </pc:picChg>
      </pc:sldChg>
      <pc:sldChg chg="del">
        <pc:chgData name="yoon xihyeon" userId="b03689a23d6da60b" providerId="LiveId" clId="{FA779DA8-FCDD-4524-96B8-6B2ADE6589CB}" dt="2022-11-07T04:42:54.733" v="1456" actId="47"/>
        <pc:sldMkLst>
          <pc:docMk/>
          <pc:sldMk cId="427273868" sldId="275"/>
        </pc:sldMkLst>
      </pc:sldChg>
      <pc:sldChg chg="del">
        <pc:chgData name="yoon xihyeon" userId="b03689a23d6da60b" providerId="LiveId" clId="{FA779DA8-FCDD-4524-96B8-6B2ADE6589CB}" dt="2022-11-07T04:42:55.577" v="1462" actId="47"/>
        <pc:sldMkLst>
          <pc:docMk/>
          <pc:sldMk cId="3320331382" sldId="276"/>
        </pc:sldMkLst>
      </pc:sldChg>
      <pc:sldChg chg="del">
        <pc:chgData name="yoon xihyeon" userId="b03689a23d6da60b" providerId="LiveId" clId="{FA779DA8-FCDD-4524-96B8-6B2ADE6589CB}" dt="2022-11-07T04:42:55.249" v="1459" actId="47"/>
        <pc:sldMkLst>
          <pc:docMk/>
          <pc:sldMk cId="1120228696" sldId="278"/>
        </pc:sldMkLst>
      </pc:sldChg>
      <pc:sldChg chg="add del">
        <pc:chgData name="yoon xihyeon" userId="b03689a23d6da60b" providerId="LiveId" clId="{FA779DA8-FCDD-4524-96B8-6B2ADE6589CB}" dt="2022-11-07T04:43:48.781" v="1497" actId="47"/>
        <pc:sldMkLst>
          <pc:docMk/>
          <pc:sldMk cId="1415009542" sldId="280"/>
        </pc:sldMkLst>
      </pc:sldChg>
      <pc:sldChg chg="add del">
        <pc:chgData name="yoon xihyeon" userId="b03689a23d6da60b" providerId="LiveId" clId="{FA779DA8-FCDD-4524-96B8-6B2ADE6589CB}" dt="2022-11-07T04:43:50.822" v="1502" actId="47"/>
        <pc:sldMkLst>
          <pc:docMk/>
          <pc:sldMk cId="1034208025" sldId="281"/>
        </pc:sldMkLst>
      </pc:sldChg>
      <pc:sldChg chg="del">
        <pc:chgData name="yoon xihyeon" userId="b03689a23d6da60b" providerId="LiveId" clId="{FA779DA8-FCDD-4524-96B8-6B2ADE6589CB}" dt="2022-11-07T04:42:55.358" v="1460" actId="47"/>
        <pc:sldMkLst>
          <pc:docMk/>
          <pc:sldMk cId="3863579457" sldId="282"/>
        </pc:sldMkLst>
      </pc:sldChg>
      <pc:sldChg chg="del">
        <pc:chgData name="yoon xihyeon" userId="b03689a23d6da60b" providerId="LiveId" clId="{FA779DA8-FCDD-4524-96B8-6B2ADE6589CB}" dt="2022-11-07T04:42:55.436" v="1461" actId="47"/>
        <pc:sldMkLst>
          <pc:docMk/>
          <pc:sldMk cId="2803794942" sldId="283"/>
        </pc:sldMkLst>
      </pc:sldChg>
      <pc:sldChg chg="del">
        <pc:chgData name="yoon xihyeon" userId="b03689a23d6da60b" providerId="LiveId" clId="{FA779DA8-FCDD-4524-96B8-6B2ADE6589CB}" dt="2022-11-07T04:42:55.125" v="1458" actId="47"/>
        <pc:sldMkLst>
          <pc:docMk/>
          <pc:sldMk cId="2393631099" sldId="284"/>
        </pc:sldMkLst>
      </pc:sldChg>
      <pc:sldChg chg="add del">
        <pc:chgData name="yoon xihyeon" userId="b03689a23d6da60b" providerId="LiveId" clId="{FA779DA8-FCDD-4524-96B8-6B2ADE6589CB}" dt="2022-11-07T04:43:49.491" v="1499" actId="47"/>
        <pc:sldMkLst>
          <pc:docMk/>
          <pc:sldMk cId="3524356639" sldId="286"/>
        </pc:sldMkLst>
      </pc:sldChg>
      <pc:sldChg chg="add del">
        <pc:chgData name="yoon xihyeon" userId="b03689a23d6da60b" providerId="LiveId" clId="{FA779DA8-FCDD-4524-96B8-6B2ADE6589CB}" dt="2022-11-07T04:43:49.147" v="1498" actId="47"/>
        <pc:sldMkLst>
          <pc:docMk/>
          <pc:sldMk cId="3039576005" sldId="287"/>
        </pc:sldMkLst>
      </pc:sldChg>
      <pc:sldChg chg="add del">
        <pc:chgData name="yoon xihyeon" userId="b03689a23d6da60b" providerId="LiveId" clId="{FA779DA8-FCDD-4524-96B8-6B2ADE6589CB}" dt="2022-11-07T04:43:47.873" v="1495" actId="47"/>
        <pc:sldMkLst>
          <pc:docMk/>
          <pc:sldMk cId="2139668770" sldId="288"/>
        </pc:sldMkLst>
      </pc:sldChg>
      <pc:sldChg chg="add del">
        <pc:chgData name="yoon xihyeon" userId="b03689a23d6da60b" providerId="LiveId" clId="{FA779DA8-FCDD-4524-96B8-6B2ADE6589CB}" dt="2022-11-07T04:43:48.295" v="1496" actId="47"/>
        <pc:sldMkLst>
          <pc:docMk/>
          <pc:sldMk cId="1584148496" sldId="289"/>
        </pc:sldMkLst>
      </pc:sldChg>
      <pc:sldChg chg="add del">
        <pc:chgData name="yoon xihyeon" userId="b03689a23d6da60b" providerId="LiveId" clId="{FA779DA8-FCDD-4524-96B8-6B2ADE6589CB}" dt="2022-11-07T04:43:47.245" v="1492" actId="47"/>
        <pc:sldMkLst>
          <pc:docMk/>
          <pc:sldMk cId="2952192338" sldId="290"/>
        </pc:sldMkLst>
      </pc:sldChg>
      <pc:sldChg chg="add del">
        <pc:chgData name="yoon xihyeon" userId="b03689a23d6da60b" providerId="LiveId" clId="{FA779DA8-FCDD-4524-96B8-6B2ADE6589CB}" dt="2022-11-07T04:43:47.151" v="1491" actId="47"/>
        <pc:sldMkLst>
          <pc:docMk/>
          <pc:sldMk cId="1881078102" sldId="291"/>
        </pc:sldMkLst>
      </pc:sldChg>
      <pc:sldChg chg="add del">
        <pc:chgData name="yoon xihyeon" userId="b03689a23d6da60b" providerId="LiveId" clId="{FA779DA8-FCDD-4524-96B8-6B2ADE6589CB}" dt="2022-11-07T04:43:47.041" v="1490" actId="47"/>
        <pc:sldMkLst>
          <pc:docMk/>
          <pc:sldMk cId="3549485027" sldId="292"/>
        </pc:sldMkLst>
      </pc:sldChg>
      <pc:sldChg chg="add del">
        <pc:chgData name="yoon xihyeon" userId="b03689a23d6da60b" providerId="LiveId" clId="{FA779DA8-FCDD-4524-96B8-6B2ADE6589CB}" dt="2022-11-07T04:43:46.917" v="1489" actId="47"/>
        <pc:sldMkLst>
          <pc:docMk/>
          <pc:sldMk cId="1438082613" sldId="293"/>
        </pc:sldMkLst>
      </pc:sldChg>
      <pc:sldChg chg="add del">
        <pc:chgData name="yoon xihyeon" userId="b03689a23d6da60b" providerId="LiveId" clId="{FA779DA8-FCDD-4524-96B8-6B2ADE6589CB}" dt="2022-11-07T04:43:47.369" v="1493" actId="47"/>
        <pc:sldMkLst>
          <pc:docMk/>
          <pc:sldMk cId="2199263989" sldId="294"/>
        </pc:sldMkLst>
      </pc:sldChg>
      <pc:sldChg chg="add del">
        <pc:chgData name="yoon xihyeon" userId="b03689a23d6da60b" providerId="LiveId" clId="{FA779DA8-FCDD-4524-96B8-6B2ADE6589CB}" dt="2022-11-07T04:43:49.939" v="1500" actId="47"/>
        <pc:sldMkLst>
          <pc:docMk/>
          <pc:sldMk cId="1627780173" sldId="295"/>
        </pc:sldMkLst>
      </pc:sldChg>
      <pc:sldChg chg="del">
        <pc:chgData name="yoon xihyeon" userId="b03689a23d6da60b" providerId="LiveId" clId="{FA779DA8-FCDD-4524-96B8-6B2ADE6589CB}" dt="2022-11-07T04:42:54.921" v="1457" actId="47"/>
        <pc:sldMkLst>
          <pc:docMk/>
          <pc:sldMk cId="3407836219" sldId="297"/>
        </pc:sldMkLst>
      </pc:sldChg>
      <pc:sldChg chg="add del">
        <pc:chgData name="yoon xihyeon" userId="b03689a23d6da60b" providerId="LiveId" clId="{FA779DA8-FCDD-4524-96B8-6B2ADE6589CB}" dt="2022-11-07T04:43:50.408" v="1501" actId="47"/>
        <pc:sldMkLst>
          <pc:docMk/>
          <pc:sldMk cId="1503160340" sldId="298"/>
        </pc:sldMkLst>
      </pc:sldChg>
      <pc:sldChg chg="add del">
        <pc:chgData name="yoon xihyeon" userId="b03689a23d6da60b" providerId="LiveId" clId="{FA779DA8-FCDD-4524-96B8-6B2ADE6589CB}" dt="2022-11-07T04:43:47.463" v="1494" actId="47"/>
        <pc:sldMkLst>
          <pc:docMk/>
          <pc:sldMk cId="4070689933" sldId="299"/>
        </pc:sldMkLst>
      </pc:sldChg>
    </pc:docChg>
  </pc:docChgLst>
  <pc:docChgLst>
    <pc:chgData name="yoon xihyeon" userId="b03689a23d6da60b" providerId="LiveId" clId="{5D914AD7-9230-47CE-8F52-5A96260F97A5}"/>
    <pc:docChg chg="undo custSel addSld delSld modSld sldOrd">
      <pc:chgData name="yoon xihyeon" userId="b03689a23d6da60b" providerId="LiveId" clId="{5D914AD7-9230-47CE-8F52-5A96260F97A5}" dt="2022-11-28T05:01:05.228" v="840" actId="47"/>
      <pc:docMkLst>
        <pc:docMk/>
      </pc:docMkLst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363924761" sldId="270"/>
        </pc:sldMkLst>
        <pc:spChg chg="mod">
          <ac:chgData name="yoon xihyeon" userId="b03689a23d6da60b" providerId="LiveId" clId="{5D914AD7-9230-47CE-8F52-5A96260F97A5}" dt="2022-11-14T03:46:03.862" v="102" actId="34135"/>
          <ac:spMkLst>
            <pc:docMk/>
            <pc:sldMk cId="363924761" sldId="270"/>
            <ac:spMk id="7" creationId="{DFE1CF8F-0A04-2451-73A3-AE1B007F9A9E}"/>
          </ac:spMkLst>
        </pc:spChg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139286300" sldId="271"/>
        </pc:sldMkLst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740605315" sldId="274"/>
        </pc:sldMkLst>
        <pc:spChg chg="mod">
          <ac:chgData name="yoon xihyeon" userId="b03689a23d6da60b" providerId="LiveId" clId="{5D914AD7-9230-47CE-8F52-5A96260F97A5}" dt="2022-11-14T03:46:42.780" v="162"/>
          <ac:spMkLst>
            <pc:docMk/>
            <pc:sldMk cId="740605315" sldId="274"/>
            <ac:spMk id="4" creationId="{1EF51587-4B82-43A7-8A06-3BA5E76F90F4}"/>
          </ac:spMkLst>
        </pc:spChg>
      </pc:sldChg>
      <pc:sldChg chg="delSp modSp mod">
        <pc:chgData name="yoon xihyeon" userId="b03689a23d6da60b" providerId="LiveId" clId="{5D914AD7-9230-47CE-8F52-5A96260F97A5}" dt="2022-11-14T04:09:13.660" v="802" actId="478"/>
        <pc:sldMkLst>
          <pc:docMk/>
          <pc:sldMk cId="1415009542" sldId="280"/>
        </pc:sldMkLst>
        <pc:spChg chg="del mod">
          <ac:chgData name="yoon xihyeon" userId="b03689a23d6da60b" providerId="LiveId" clId="{5D914AD7-9230-47CE-8F52-5A96260F97A5}" dt="2022-11-14T04:09:13.660" v="802" actId="478"/>
          <ac:spMkLst>
            <pc:docMk/>
            <pc:sldMk cId="1415009542" sldId="280"/>
            <ac:spMk id="15" creationId="{8815A429-0165-46F7-A030-F0DB180F3DE0}"/>
          </ac:spMkLst>
        </pc:spChg>
      </pc:sldChg>
      <pc:sldChg chg="delSp modSp add del mod">
        <pc:chgData name="yoon xihyeon" userId="b03689a23d6da60b" providerId="LiveId" clId="{5D914AD7-9230-47CE-8F52-5A96260F97A5}" dt="2022-11-20T14:56:50.183" v="826" actId="47"/>
        <pc:sldMkLst>
          <pc:docMk/>
          <pc:sldMk cId="1034208025" sldId="281"/>
        </pc:sldMkLst>
        <pc:spChg chg="del">
          <ac:chgData name="yoon xihyeon" userId="b03689a23d6da60b" providerId="LiveId" clId="{5D914AD7-9230-47CE-8F52-5A96260F97A5}" dt="2022-11-14T04:02:23.834" v="683" actId="478"/>
          <ac:spMkLst>
            <pc:docMk/>
            <pc:sldMk cId="1034208025" sldId="281"/>
            <ac:spMk id="7" creationId="{9A7034D5-42A8-4241-9D66-9B53239DB210}"/>
          </ac:spMkLst>
        </pc:spChg>
        <pc:spChg chg="mod">
          <ac:chgData name="yoon xihyeon" userId="b03689a23d6da60b" providerId="LiveId" clId="{5D914AD7-9230-47CE-8F52-5A96260F97A5}" dt="2022-11-14T04:08:13.803" v="793" actId="404"/>
          <ac:spMkLst>
            <pc:docMk/>
            <pc:sldMk cId="1034208025" sldId="281"/>
            <ac:spMk id="9" creationId="{7FFA9BC9-96FB-4B17-AF51-48D81692F2D7}"/>
          </ac:spMkLst>
        </pc:spChg>
        <pc:spChg chg="mod">
          <ac:chgData name="yoon xihyeon" userId="b03689a23d6da60b" providerId="LiveId" clId="{5D914AD7-9230-47CE-8F52-5A96260F97A5}" dt="2022-11-14T04:02:40.252" v="690" actId="20577"/>
          <ac:spMkLst>
            <pc:docMk/>
            <pc:sldMk cId="1034208025" sldId="281"/>
            <ac:spMk id="14" creationId="{4602FD0B-2018-4853-AF61-F901FE68377A}"/>
          </ac:spMkLst>
        </pc:spChg>
        <pc:spChg chg="del">
          <ac:chgData name="yoon xihyeon" userId="b03689a23d6da60b" providerId="LiveId" clId="{5D914AD7-9230-47CE-8F52-5A96260F97A5}" dt="2022-11-14T04:02:27.248" v="684" actId="478"/>
          <ac:spMkLst>
            <pc:docMk/>
            <pc:sldMk cId="1034208025" sldId="281"/>
            <ac:spMk id="15" creationId="{EF232887-5039-491A-9BFD-663FE8E06D99}"/>
          </ac:spMkLst>
        </pc:spChg>
        <pc:spChg chg="del mod">
          <ac:chgData name="yoon xihyeon" userId="b03689a23d6da60b" providerId="LiveId" clId="{5D914AD7-9230-47CE-8F52-5A96260F97A5}" dt="2022-11-14T04:08:54.069" v="799" actId="478"/>
          <ac:spMkLst>
            <pc:docMk/>
            <pc:sldMk cId="1034208025" sldId="281"/>
            <ac:spMk id="16" creationId="{FD5F3A16-019F-4601-B0EF-882D4466946E}"/>
          </ac:spMkLst>
        </pc:spChg>
        <pc:spChg chg="del">
          <ac:chgData name="yoon xihyeon" userId="b03689a23d6da60b" providerId="LiveId" clId="{5D914AD7-9230-47CE-8F52-5A96260F97A5}" dt="2022-11-14T03:54:54.021" v="274" actId="478"/>
          <ac:spMkLst>
            <pc:docMk/>
            <pc:sldMk cId="1034208025" sldId="281"/>
            <ac:spMk id="17" creationId="{7B5EB940-669A-4CFC-992B-7ECA0318A204}"/>
          </ac:spMkLst>
        </pc:spChg>
        <pc:spChg chg="del">
          <ac:chgData name="yoon xihyeon" userId="b03689a23d6da60b" providerId="LiveId" clId="{5D914AD7-9230-47CE-8F52-5A96260F97A5}" dt="2022-11-14T03:54:50.766" v="273" actId="478"/>
          <ac:spMkLst>
            <pc:docMk/>
            <pc:sldMk cId="1034208025" sldId="281"/>
            <ac:spMk id="18" creationId="{F1914613-947E-4074-AFCA-DBBCE5DD8670}"/>
          </ac:spMkLst>
        </pc:spChg>
        <pc:spChg chg="del">
          <ac:chgData name="yoon xihyeon" userId="b03689a23d6da60b" providerId="LiveId" clId="{5D914AD7-9230-47CE-8F52-5A96260F97A5}" dt="2022-11-14T03:54:49.072" v="272" actId="478"/>
          <ac:spMkLst>
            <pc:docMk/>
            <pc:sldMk cId="1034208025" sldId="281"/>
            <ac:spMk id="19" creationId="{2CE01CC9-6B77-47D5-8BAE-075FAAFDD9E4}"/>
          </ac:spMkLst>
        </pc:spChg>
        <pc:cxnChg chg="mod">
          <ac:chgData name="yoon xihyeon" userId="b03689a23d6da60b" providerId="LiveId" clId="{5D914AD7-9230-47CE-8F52-5A96260F97A5}" dt="2022-11-14T02:56:13.025" v="18" actId="1076"/>
          <ac:cxnSpMkLst>
            <pc:docMk/>
            <pc:sldMk cId="1034208025" sldId="281"/>
            <ac:cxnSpMk id="4" creationId="{9A8E474A-6ECB-442D-8A42-7881F4DFBB2A}"/>
          </ac:cxnSpMkLst>
        </pc:cxnChg>
      </pc:sldChg>
      <pc:sldChg chg="delSp del mod ord">
        <pc:chgData name="yoon xihyeon" userId="b03689a23d6da60b" providerId="LiveId" clId="{5D914AD7-9230-47CE-8F52-5A96260F97A5}" dt="2022-11-20T13:21:23.808" v="814" actId="47"/>
        <pc:sldMkLst>
          <pc:docMk/>
          <pc:sldMk cId="3524356639" sldId="286"/>
        </pc:sldMkLst>
        <pc:spChg chg="del">
          <ac:chgData name="yoon xihyeon" userId="b03689a23d6da60b" providerId="LiveId" clId="{5D914AD7-9230-47CE-8F52-5A96260F97A5}" dt="2022-11-14T04:09:00.461" v="800" actId="478"/>
          <ac:spMkLst>
            <pc:docMk/>
            <pc:sldMk cId="3524356639" sldId="286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8:42.389" v="797" actId="478"/>
        <pc:sldMkLst>
          <pc:docMk/>
          <pc:sldMk cId="3039576005" sldId="287"/>
        </pc:sldMkLst>
        <pc:spChg chg="mod">
          <ac:chgData name="yoon xihyeon" userId="b03689a23d6da60b" providerId="LiveId" clId="{5D914AD7-9230-47CE-8F52-5A96260F97A5}" dt="2022-11-14T04:08:26.756" v="794" actId="404"/>
          <ac:spMkLst>
            <pc:docMk/>
            <pc:sldMk cId="3039576005" sldId="287"/>
            <ac:spMk id="9" creationId="{7FFA9BC9-96FB-4B17-AF51-48D81692F2D7}"/>
          </ac:spMkLst>
        </pc:spChg>
        <pc:spChg chg="del mod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3" creationId="{395E5339-1C54-4ED6-B26B-49980CB5CBCB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4" creationId="{02D0422F-D06A-41DE-8CDA-E3F0EF25AD87}"/>
          </ac:spMkLst>
        </pc:spChg>
        <pc:spChg chg="del mod">
          <ac:chgData name="yoon xihyeon" userId="b03689a23d6da60b" providerId="LiveId" clId="{5D914AD7-9230-47CE-8F52-5A96260F97A5}" dt="2022-11-14T04:08:42.389" v="797" actId="478"/>
          <ac:spMkLst>
            <pc:docMk/>
            <pc:sldMk cId="3039576005" sldId="287"/>
            <ac:spMk id="15" creationId="{8815A429-0165-46F7-A030-F0DB180F3DE0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7" creationId="{328F6FD4-8AB4-4E8B-9170-4D1C5928B7DA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8" creationId="{BDA9770A-D39D-4A7F-A14E-E772054AAB72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0" creationId="{4269153D-1DEC-4CFC-87C4-EB3F768AE6D4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1" creationId="{5DEAC1AD-7D88-4E81-8571-1A0B8F3677AE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3" creationId="{1D358335-3797-481A-88A9-AA0689023883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4" creationId="{9421D3E1-0BB4-4B74-A707-5BAC350839EB}"/>
          </ac:spMkLst>
        </pc:spChg>
      </pc:sldChg>
      <pc:sldChg chg="delSp modSp mod">
        <pc:chgData name="yoon xihyeon" userId="b03689a23d6da60b" providerId="LiveId" clId="{5D914AD7-9230-47CE-8F52-5A96260F97A5}" dt="2022-11-14T04:09:24.190" v="805" actId="478"/>
        <pc:sldMkLst>
          <pc:docMk/>
          <pc:sldMk cId="2139668770" sldId="288"/>
        </pc:sldMkLst>
        <pc:spChg chg="del mod">
          <ac:chgData name="yoon xihyeon" userId="b03689a23d6da60b" providerId="LiveId" clId="{5D914AD7-9230-47CE-8F52-5A96260F97A5}" dt="2022-11-14T04:09:24.190" v="805" actId="478"/>
          <ac:spMkLst>
            <pc:docMk/>
            <pc:sldMk cId="2139668770" sldId="288"/>
            <ac:spMk id="15" creationId="{8815A429-0165-46F7-A030-F0DB180F3DE0}"/>
          </ac:spMkLst>
        </pc:spChg>
      </pc:sldChg>
      <pc:sldChg chg="delSp del mod">
        <pc:chgData name="yoon xihyeon" userId="b03689a23d6da60b" providerId="LiveId" clId="{5D914AD7-9230-47CE-8F52-5A96260F97A5}" dt="2022-11-28T05:01:05.228" v="840" actId="47"/>
        <pc:sldMkLst>
          <pc:docMk/>
          <pc:sldMk cId="1584148496" sldId="289"/>
        </pc:sldMkLst>
        <pc:spChg chg="del">
          <ac:chgData name="yoon xihyeon" userId="b03689a23d6da60b" providerId="LiveId" clId="{5D914AD7-9230-47CE-8F52-5A96260F97A5}" dt="2022-11-14T04:09:18.933" v="803" actId="478"/>
          <ac:spMkLst>
            <pc:docMk/>
            <pc:sldMk cId="1584148496" sldId="289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41.365" v="806" actId="478"/>
        <pc:sldMkLst>
          <pc:docMk/>
          <pc:sldMk cId="2952192338" sldId="290"/>
        </pc:sldMkLst>
        <pc:spChg chg="del">
          <ac:chgData name="yoon xihyeon" userId="b03689a23d6da60b" providerId="LiveId" clId="{5D914AD7-9230-47CE-8F52-5A96260F97A5}" dt="2022-11-14T04:09:41.365" v="806" actId="478"/>
          <ac:spMkLst>
            <pc:docMk/>
            <pc:sldMk cId="2952192338" sldId="290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9:46.395" v="808" actId="478"/>
        <pc:sldMkLst>
          <pc:docMk/>
          <pc:sldMk cId="1881078102" sldId="291"/>
        </pc:sldMkLst>
        <pc:spChg chg="del mod">
          <ac:chgData name="yoon xihyeon" userId="b03689a23d6da60b" providerId="LiveId" clId="{5D914AD7-9230-47CE-8F52-5A96260F97A5}" dt="2022-11-14T04:09:46.395" v="808" actId="478"/>
          <ac:spMkLst>
            <pc:docMk/>
            <pc:sldMk cId="1881078102" sldId="291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9:49.708" v="810" actId="478"/>
        <pc:sldMkLst>
          <pc:docMk/>
          <pc:sldMk cId="3549485027" sldId="292"/>
        </pc:sldMkLst>
        <pc:spChg chg="del mod">
          <ac:chgData name="yoon xihyeon" userId="b03689a23d6da60b" providerId="LiveId" clId="{5D914AD7-9230-47CE-8F52-5A96260F97A5}" dt="2022-11-14T04:09:49.708" v="810" actId="478"/>
          <ac:spMkLst>
            <pc:docMk/>
            <pc:sldMk cId="3549485027" sldId="292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52.543" v="811" actId="478"/>
        <pc:sldMkLst>
          <pc:docMk/>
          <pc:sldMk cId="1438082613" sldId="293"/>
        </pc:sldMkLst>
        <pc:spChg chg="del">
          <ac:chgData name="yoon xihyeon" userId="b03689a23d6da60b" providerId="LiveId" clId="{5D914AD7-9230-47CE-8F52-5A96260F97A5}" dt="2022-11-14T04:09:52.543" v="811" actId="478"/>
          <ac:spMkLst>
            <pc:docMk/>
            <pc:sldMk cId="1438082613" sldId="293"/>
            <ac:spMk id="15" creationId="{8815A429-0165-46F7-A030-F0DB180F3DE0}"/>
          </ac:spMkLst>
        </pc:spChg>
      </pc:sldChg>
      <pc:sldChg chg="addSp modSp add del mod setBg">
        <pc:chgData name="yoon xihyeon" userId="b03689a23d6da60b" providerId="LiveId" clId="{5D914AD7-9230-47CE-8F52-5A96260F97A5}" dt="2022-11-20T14:56:50.183" v="826" actId="47"/>
        <pc:sldMkLst>
          <pc:docMk/>
          <pc:sldMk cId="1627780173" sldId="295"/>
        </pc:sldMkLst>
        <pc:spChg chg="add mod">
          <ac:chgData name="yoon xihyeon" userId="b03689a23d6da60b" providerId="LiveId" clId="{5D914AD7-9230-47CE-8F52-5A96260F97A5}" dt="2022-11-14T04:03:47.760" v="729" actId="1036"/>
          <ac:spMkLst>
            <pc:docMk/>
            <pc:sldMk cId="1627780173" sldId="295"/>
            <ac:spMk id="2" creationId="{DDE284A1-06BB-AEF6-CC6C-FF63F7DABC50}"/>
          </ac:spMkLst>
        </pc:spChg>
        <pc:spChg chg="mod">
          <ac:chgData name="yoon xihyeon" userId="b03689a23d6da60b" providerId="LiveId" clId="{5D914AD7-9230-47CE-8F52-5A96260F97A5}" dt="2022-11-14T04:04:39.230" v="750" actId="20577"/>
          <ac:spMkLst>
            <pc:docMk/>
            <pc:sldMk cId="1627780173" sldId="295"/>
            <ac:spMk id="6" creationId="{52457443-236A-4B97-AB90-9C203498A48B}"/>
          </ac:spMkLst>
        </pc:spChg>
      </pc:sldChg>
      <pc:sldChg chg="delSp modSp add del mod setBg">
        <pc:chgData name="yoon xihyeon" userId="b03689a23d6da60b" providerId="LiveId" clId="{5D914AD7-9230-47CE-8F52-5A96260F97A5}" dt="2022-11-28T05:00:09.296" v="836" actId="47"/>
        <pc:sldMkLst>
          <pc:docMk/>
          <pc:sldMk cId="1503160340" sldId="298"/>
        </pc:sldMkLst>
        <pc:spChg chg="del mod">
          <ac:chgData name="yoon xihyeon" userId="b03689a23d6da60b" providerId="LiveId" clId="{5D914AD7-9230-47CE-8F52-5A96260F97A5}" dt="2022-11-14T03:51:59.232" v="188" actId="478"/>
          <ac:spMkLst>
            <pc:docMk/>
            <pc:sldMk cId="1503160340" sldId="298"/>
            <ac:spMk id="5" creationId="{FEF534C6-FC61-4EA2-8855-1A1004EB5117}"/>
          </ac:spMkLst>
        </pc:spChg>
        <pc:spChg chg="mod">
          <ac:chgData name="yoon xihyeon" userId="b03689a23d6da60b" providerId="LiveId" clId="{5D914AD7-9230-47CE-8F52-5A96260F97A5}" dt="2022-11-14T04:03:57.074" v="730" actId="1035"/>
          <ac:spMkLst>
            <pc:docMk/>
            <pc:sldMk cId="1503160340" sldId="298"/>
            <ac:spMk id="7" creationId="{F2894A62-3A98-4459-B069-8674BB246AAC}"/>
          </ac:spMkLst>
        </pc:spChg>
        <pc:picChg chg="del">
          <ac:chgData name="yoon xihyeon" userId="b03689a23d6da60b" providerId="LiveId" clId="{5D914AD7-9230-47CE-8F52-5A96260F97A5}" dt="2022-11-14T04:03:18.261" v="726" actId="478"/>
          <ac:picMkLst>
            <pc:docMk/>
            <pc:sldMk cId="1503160340" sldId="298"/>
            <ac:picMk id="6" creationId="{4D7477A6-39A8-4642-8DC6-EE96DDA7AC2D}"/>
          </ac:picMkLst>
        </pc:picChg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2322387484" sldId="300"/>
        </pc:sldMkLst>
        <pc:spChg chg="mod">
          <ac:chgData name="yoon xihyeon" userId="b03689a23d6da60b" providerId="LiveId" clId="{5D914AD7-9230-47CE-8F52-5A96260F97A5}" dt="2022-11-14T04:04:29.780" v="736" actId="20577"/>
          <ac:spMkLst>
            <pc:docMk/>
            <pc:sldMk cId="2322387484" sldId="300"/>
            <ac:spMk id="6" creationId="{52457443-236A-4B97-AB90-9C203498A48B}"/>
          </ac:spMkLst>
        </pc:spChg>
      </pc:sldChg>
      <pc:sldChg chg="add del">
        <pc:chgData name="yoon xihyeon" userId="b03689a23d6da60b" providerId="LiveId" clId="{5D914AD7-9230-47CE-8F52-5A96260F97A5}" dt="2022-11-14T04:04:43.487" v="751" actId="47"/>
        <pc:sldMkLst>
          <pc:docMk/>
          <pc:sldMk cId="2272485096" sldId="301"/>
        </pc:sldMkLst>
      </pc:sldChg>
      <pc:sldChg chg="delSp modSp add mod ord">
        <pc:chgData name="yoon xihyeon" userId="b03689a23d6da60b" providerId="LiveId" clId="{5D914AD7-9230-47CE-8F52-5A96260F97A5}" dt="2022-11-20T14:57:03.037" v="834"/>
        <pc:sldMkLst>
          <pc:docMk/>
          <pc:sldMk cId="2365036064" sldId="301"/>
        </pc:sldMkLst>
        <pc:spChg chg="mod">
          <ac:chgData name="yoon xihyeon" userId="b03689a23d6da60b" providerId="LiveId" clId="{5D914AD7-9230-47CE-8F52-5A96260F97A5}" dt="2022-11-14T04:04:57.274" v="765" actId="14100"/>
          <ac:spMkLst>
            <pc:docMk/>
            <pc:sldMk cId="2365036064" sldId="301"/>
            <ac:spMk id="2" creationId="{DDE284A1-06BB-AEF6-CC6C-FF63F7DABC50}"/>
          </ac:spMkLst>
        </pc:spChg>
        <pc:spChg chg="del mod">
          <ac:chgData name="yoon xihyeon" userId="b03689a23d6da60b" providerId="LiveId" clId="{5D914AD7-9230-47CE-8F52-5A96260F97A5}" dt="2022-11-14T04:05:32.134" v="771" actId="478"/>
          <ac:spMkLst>
            <pc:docMk/>
            <pc:sldMk cId="2365036064" sldId="301"/>
            <ac:spMk id="5" creationId="{1EB95980-B21E-481E-BF88-C25A52D77758}"/>
          </ac:spMkLst>
        </pc:spChg>
        <pc:spChg chg="del mod">
          <ac:chgData name="yoon xihyeon" userId="b03689a23d6da60b" providerId="LiveId" clId="{5D914AD7-9230-47CE-8F52-5A96260F97A5}" dt="2022-11-14T04:05:24.861" v="769" actId="478"/>
          <ac:spMkLst>
            <pc:docMk/>
            <pc:sldMk cId="2365036064" sldId="301"/>
            <ac:spMk id="6" creationId="{52457443-236A-4B97-AB90-9C203498A48B}"/>
          </ac:spMkLst>
        </pc:spChg>
      </pc:sldChg>
      <pc:sldChg chg="add">
        <pc:chgData name="yoon xihyeon" userId="b03689a23d6da60b" providerId="LiveId" clId="{5D914AD7-9230-47CE-8F52-5A96260F97A5}" dt="2022-11-14T04:05:05.577" v="767" actId="2890"/>
        <pc:sldMkLst>
          <pc:docMk/>
          <pc:sldMk cId="1979499213" sldId="302"/>
        </pc:sldMkLst>
      </pc:sldChg>
      <pc:sldChg chg="add">
        <pc:chgData name="yoon xihyeon" userId="b03689a23d6da60b" providerId="LiveId" clId="{5D914AD7-9230-47CE-8F52-5A96260F97A5}" dt="2022-11-14T04:05:09.239" v="768" actId="2890"/>
        <pc:sldMkLst>
          <pc:docMk/>
          <pc:sldMk cId="650056831" sldId="303"/>
        </pc:sldMkLst>
      </pc:sldChg>
      <pc:sldChg chg="add del">
        <pc:chgData name="yoon xihyeon" userId="b03689a23d6da60b" providerId="LiveId" clId="{5D914AD7-9230-47CE-8F52-5A96260F97A5}" dt="2022-11-20T14:56:50.183" v="826" actId="47"/>
        <pc:sldMkLst>
          <pc:docMk/>
          <pc:sldMk cId="2684446039" sldId="304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562733559" sldId="305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024512772" sldId="305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2733559" sldId="306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437208154" sldId="306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536793014" sldId="307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120002575" sldId="307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383687491" sldId="308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469024169" sldId="308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091178883" sldId="309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37208154" sldId="309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120002575" sldId="310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429700823" sldId="310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56164579" sldId="311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469024169" sldId="311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67088733" sldId="312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091178883" sldId="312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650336298" sldId="313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29700823" sldId="313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164579" sldId="314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906557788" sldId="314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3618241602" sldId="315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632028359" sldId="316"/>
        </pc:sldMkLst>
      </pc:sldChg>
      <pc:sldChg chg="del">
        <pc:chgData name="yoon xihyeon" userId="b03689a23d6da60b" providerId="LiveId" clId="{5D914AD7-9230-47CE-8F52-5A96260F97A5}" dt="2022-11-28T05:00:24.686" v="837"/>
        <pc:sldMkLst>
          <pc:docMk/>
          <pc:sldMk cId="2285601434" sldId="316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902230529" sldId="317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971929721" sldId="318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909889940" sldId="319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635240090" sldId="320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3713980244" sldId="321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455221694" sldId="322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221374303" sldId="323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511315108" sldId="324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599607885" sldId="325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4214377447" sldId="326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975735074" sldId="327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580032353" sldId="330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975752944" sldId="331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26280623" sldId="332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282268662" sldId="333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418081916" sldId="334"/>
        </pc:sldMkLst>
      </pc:sldChg>
      <pc:sldChg chg="add del">
        <pc:chgData name="yoon xihyeon" userId="b03689a23d6da60b" providerId="LiveId" clId="{5D914AD7-9230-47CE-8F52-5A96260F97A5}" dt="2022-11-28T05:00:32.445" v="838" actId="47"/>
        <pc:sldMkLst>
          <pc:docMk/>
          <pc:sldMk cId="30949534" sldId="335"/>
        </pc:sldMkLst>
      </pc:sldChg>
      <pc:sldChg chg="add ord">
        <pc:chgData name="yoon xihyeon" userId="b03689a23d6da60b" providerId="LiveId" clId="{5D914AD7-9230-47CE-8F52-5A96260F97A5}" dt="2022-11-20T14:56:56.370" v="831" actId="20578"/>
        <pc:sldMkLst>
          <pc:docMk/>
          <pc:sldMk cId="1596801422" sldId="336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033584445" sldId="337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262711122" sldId="338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466362761" sldId="339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80619964" sldId="340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431861923" sldId="341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647331528" sldId="342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120979031" sldId="343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467975612" sldId="344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684979857" sldId="345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32453998" sldId="346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391031825" sldId="347"/>
        </pc:sldMkLst>
      </pc:sldChg>
      <pc:sldChg chg="add">
        <pc:chgData name="yoon xihyeon" userId="b03689a23d6da60b" providerId="LiveId" clId="{5D914AD7-9230-47CE-8F52-5A96260F97A5}" dt="2022-11-28T05:00:58.888" v="839"/>
        <pc:sldMkLst>
          <pc:docMk/>
          <pc:sldMk cId="4265482267" sldId="348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3AA-477A-835F-06320E4F67A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계열 2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3AA-477A-835F-06320E4F67A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계열 3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3AA-477A-835F-06320E4F67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41821168"/>
        <c:axId val="541821496"/>
      </c:barChart>
      <c:catAx>
        <c:axId val="5418211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41821496"/>
        <c:crosses val="autoZero"/>
        <c:auto val="1"/>
        <c:lblAlgn val="ctr"/>
        <c:lblOffset val="100"/>
        <c:noMultiLvlLbl val="0"/>
      </c:catAx>
      <c:valAx>
        <c:axId val="5418214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41821168"/>
        <c:crosses val="autoZero"/>
        <c:crossBetween val="between"/>
      </c:valAx>
      <c:dTable>
        <c:showHorzBorder val="1"/>
        <c:showVertBorder val="1"/>
        <c:showOutline val="1"/>
        <c:showKeys val="1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</c:dTable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>
      <a:solidFill>
        <a:schemeClr val="bg1">
          <a:lumMod val="75000"/>
        </a:schemeClr>
      </a:solidFill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805A20D-F2F5-47F0-8080-05D35CFDA825}" type="doc">
      <dgm:prSet loTypeId="urn:microsoft.com/office/officeart/2005/8/layout/pyramid4" loCatId="pyramid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pPr latinLnBrk="1"/>
          <a:endParaRPr lang="ko-KR" altLang="en-US"/>
        </a:p>
      </dgm:t>
    </dgm:pt>
    <dgm:pt modelId="{6B810CAF-69C9-44E5-8531-5F8E95A84DC8}">
      <dgm:prSet phldrT="[텍스트]" phldr="1"/>
      <dgm:spPr>
        <a:solidFill>
          <a:schemeClr val="accent2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DBA28E29-FF9E-4C09-BE7A-52FCB2A66358}" type="parTrans" cxnId="{2C442EBA-B146-4029-A38F-59588057EDC8}">
      <dgm:prSet/>
      <dgm:spPr/>
      <dgm:t>
        <a:bodyPr/>
        <a:lstStyle/>
        <a:p>
          <a:pPr latinLnBrk="1"/>
          <a:endParaRPr lang="ko-KR" altLang="en-US"/>
        </a:p>
      </dgm:t>
    </dgm:pt>
    <dgm:pt modelId="{8D132F9E-1D03-4C6A-B411-E6D8C4C40B66}" type="sibTrans" cxnId="{2C442EBA-B146-4029-A38F-59588057EDC8}">
      <dgm:prSet/>
      <dgm:spPr/>
      <dgm:t>
        <a:bodyPr/>
        <a:lstStyle/>
        <a:p>
          <a:pPr latinLnBrk="1"/>
          <a:endParaRPr lang="ko-KR" altLang="en-US"/>
        </a:p>
      </dgm:t>
    </dgm:pt>
    <dgm:pt modelId="{78D8015C-6AA4-4207-A5A1-DCC2C049FB59}">
      <dgm:prSet phldrT="[텍스트]" phldr="1"/>
      <dgm:spPr>
        <a:solidFill>
          <a:schemeClr val="accent5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DA56A909-994D-4166-B8B6-0281292AB860}" type="parTrans" cxnId="{61892777-83D6-4071-AF44-FEFFCB02BFF1}">
      <dgm:prSet/>
      <dgm:spPr/>
      <dgm:t>
        <a:bodyPr/>
        <a:lstStyle/>
        <a:p>
          <a:pPr latinLnBrk="1"/>
          <a:endParaRPr lang="ko-KR" altLang="en-US"/>
        </a:p>
      </dgm:t>
    </dgm:pt>
    <dgm:pt modelId="{B6916096-5D96-4C27-87F4-31BA8265526E}" type="sibTrans" cxnId="{61892777-83D6-4071-AF44-FEFFCB02BFF1}">
      <dgm:prSet/>
      <dgm:spPr/>
      <dgm:t>
        <a:bodyPr/>
        <a:lstStyle/>
        <a:p>
          <a:pPr latinLnBrk="1"/>
          <a:endParaRPr lang="ko-KR" altLang="en-US"/>
        </a:p>
      </dgm:t>
    </dgm:pt>
    <dgm:pt modelId="{6F6C166C-1D77-46C9-9DA4-6045ADB30E6E}">
      <dgm:prSet phldrT="[텍스트]" phldr="1"/>
      <dgm:spPr>
        <a:solidFill>
          <a:schemeClr val="accent3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5BF0A6A0-DE75-472C-9E5F-7712D0357BDE}" type="parTrans" cxnId="{DC15C975-B69D-4816-9772-87D50DDB9974}">
      <dgm:prSet/>
      <dgm:spPr/>
      <dgm:t>
        <a:bodyPr/>
        <a:lstStyle/>
        <a:p>
          <a:pPr latinLnBrk="1"/>
          <a:endParaRPr lang="ko-KR" altLang="en-US"/>
        </a:p>
      </dgm:t>
    </dgm:pt>
    <dgm:pt modelId="{DC377749-6F1C-490F-8E65-08E8C4192831}" type="sibTrans" cxnId="{DC15C975-B69D-4816-9772-87D50DDB9974}">
      <dgm:prSet/>
      <dgm:spPr/>
      <dgm:t>
        <a:bodyPr/>
        <a:lstStyle/>
        <a:p>
          <a:pPr latinLnBrk="1"/>
          <a:endParaRPr lang="ko-KR" altLang="en-US"/>
        </a:p>
      </dgm:t>
    </dgm:pt>
    <dgm:pt modelId="{9F5C42F9-EB50-41D6-9D2A-8F8AEDE70C73}">
      <dgm:prSet phldrT="[텍스트]" phldr="1"/>
      <dgm:spPr>
        <a:solidFill>
          <a:schemeClr val="accent6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95D8A966-D41F-47DE-BEF7-DA8AB84F4DC6}" type="parTrans" cxnId="{4CCE2588-5D3B-4024-9EC4-B41FC6CE5309}">
      <dgm:prSet/>
      <dgm:spPr/>
      <dgm:t>
        <a:bodyPr/>
        <a:lstStyle/>
        <a:p>
          <a:pPr latinLnBrk="1"/>
          <a:endParaRPr lang="ko-KR" altLang="en-US"/>
        </a:p>
      </dgm:t>
    </dgm:pt>
    <dgm:pt modelId="{EFF7A2A5-260B-4524-B45B-07BBD270A5C2}" type="sibTrans" cxnId="{4CCE2588-5D3B-4024-9EC4-B41FC6CE5309}">
      <dgm:prSet/>
      <dgm:spPr/>
      <dgm:t>
        <a:bodyPr/>
        <a:lstStyle/>
        <a:p>
          <a:pPr latinLnBrk="1"/>
          <a:endParaRPr lang="ko-KR" altLang="en-US"/>
        </a:p>
      </dgm:t>
    </dgm:pt>
    <dgm:pt modelId="{8E3EB531-51BD-49BD-90B2-ED9485ADCCAA}" type="pres">
      <dgm:prSet presAssocID="{B805A20D-F2F5-47F0-8080-05D35CFDA825}" presName="compositeShape" presStyleCnt="0">
        <dgm:presLayoutVars>
          <dgm:chMax val="9"/>
          <dgm:dir/>
          <dgm:resizeHandles val="exact"/>
        </dgm:presLayoutVars>
      </dgm:prSet>
      <dgm:spPr/>
    </dgm:pt>
    <dgm:pt modelId="{D3880A27-8B22-4BE4-80A3-5AF693B1E673}" type="pres">
      <dgm:prSet presAssocID="{B805A20D-F2F5-47F0-8080-05D35CFDA825}" presName="triangle1" presStyleLbl="node1" presStyleIdx="0" presStyleCnt="4">
        <dgm:presLayoutVars>
          <dgm:bulletEnabled val="1"/>
        </dgm:presLayoutVars>
      </dgm:prSet>
      <dgm:spPr/>
    </dgm:pt>
    <dgm:pt modelId="{B9081641-3E3E-4D63-BDE6-FED6BAA54B1C}" type="pres">
      <dgm:prSet presAssocID="{B805A20D-F2F5-47F0-8080-05D35CFDA825}" presName="triangle2" presStyleLbl="node1" presStyleIdx="1" presStyleCnt="4">
        <dgm:presLayoutVars>
          <dgm:bulletEnabled val="1"/>
        </dgm:presLayoutVars>
      </dgm:prSet>
      <dgm:spPr/>
    </dgm:pt>
    <dgm:pt modelId="{4C9C0468-2CFC-4773-A99A-8EC2169C7EA7}" type="pres">
      <dgm:prSet presAssocID="{B805A20D-F2F5-47F0-8080-05D35CFDA825}" presName="triangle3" presStyleLbl="node1" presStyleIdx="2" presStyleCnt="4">
        <dgm:presLayoutVars>
          <dgm:bulletEnabled val="1"/>
        </dgm:presLayoutVars>
      </dgm:prSet>
      <dgm:spPr/>
    </dgm:pt>
    <dgm:pt modelId="{230401A8-E534-40EF-9B07-4F9CCF86AA7E}" type="pres">
      <dgm:prSet presAssocID="{B805A20D-F2F5-47F0-8080-05D35CFDA825}" presName="triangle4" presStyleLbl="node1" presStyleIdx="3" presStyleCnt="4">
        <dgm:presLayoutVars>
          <dgm:bulletEnabled val="1"/>
        </dgm:presLayoutVars>
      </dgm:prSet>
      <dgm:spPr/>
    </dgm:pt>
  </dgm:ptLst>
  <dgm:cxnLst>
    <dgm:cxn modelId="{8896FB25-F4ED-4CB9-B0B6-18A354F9B679}" type="presOf" srcId="{B805A20D-F2F5-47F0-8080-05D35CFDA825}" destId="{8E3EB531-51BD-49BD-90B2-ED9485ADCCAA}" srcOrd="0" destOrd="0" presId="urn:microsoft.com/office/officeart/2005/8/layout/pyramid4"/>
    <dgm:cxn modelId="{DC15C975-B69D-4816-9772-87D50DDB9974}" srcId="{B805A20D-F2F5-47F0-8080-05D35CFDA825}" destId="{6F6C166C-1D77-46C9-9DA4-6045ADB30E6E}" srcOrd="2" destOrd="0" parTransId="{5BF0A6A0-DE75-472C-9E5F-7712D0357BDE}" sibTransId="{DC377749-6F1C-490F-8E65-08E8C4192831}"/>
    <dgm:cxn modelId="{61892777-83D6-4071-AF44-FEFFCB02BFF1}" srcId="{B805A20D-F2F5-47F0-8080-05D35CFDA825}" destId="{78D8015C-6AA4-4207-A5A1-DCC2C049FB59}" srcOrd="1" destOrd="0" parTransId="{DA56A909-994D-4166-B8B6-0281292AB860}" sibTransId="{B6916096-5D96-4C27-87F4-31BA8265526E}"/>
    <dgm:cxn modelId="{4CCE2588-5D3B-4024-9EC4-B41FC6CE5309}" srcId="{B805A20D-F2F5-47F0-8080-05D35CFDA825}" destId="{9F5C42F9-EB50-41D6-9D2A-8F8AEDE70C73}" srcOrd="3" destOrd="0" parTransId="{95D8A966-D41F-47DE-BEF7-DA8AB84F4DC6}" sibTransId="{EFF7A2A5-260B-4524-B45B-07BBD270A5C2}"/>
    <dgm:cxn modelId="{B8048F95-8300-4784-ADF2-D160E4E70161}" type="presOf" srcId="{6F6C166C-1D77-46C9-9DA4-6045ADB30E6E}" destId="{4C9C0468-2CFC-4773-A99A-8EC2169C7EA7}" srcOrd="0" destOrd="0" presId="urn:microsoft.com/office/officeart/2005/8/layout/pyramid4"/>
    <dgm:cxn modelId="{2E9B32A3-4CEB-4B79-BDB0-88BA6D440ABD}" type="presOf" srcId="{9F5C42F9-EB50-41D6-9D2A-8F8AEDE70C73}" destId="{230401A8-E534-40EF-9B07-4F9CCF86AA7E}" srcOrd="0" destOrd="0" presId="urn:microsoft.com/office/officeart/2005/8/layout/pyramid4"/>
    <dgm:cxn modelId="{2C442EBA-B146-4029-A38F-59588057EDC8}" srcId="{B805A20D-F2F5-47F0-8080-05D35CFDA825}" destId="{6B810CAF-69C9-44E5-8531-5F8E95A84DC8}" srcOrd="0" destOrd="0" parTransId="{DBA28E29-FF9E-4C09-BE7A-52FCB2A66358}" sibTransId="{8D132F9E-1D03-4C6A-B411-E6D8C4C40B66}"/>
    <dgm:cxn modelId="{591B01DD-B456-4E8A-B66B-588A4FDDC39C}" type="presOf" srcId="{78D8015C-6AA4-4207-A5A1-DCC2C049FB59}" destId="{B9081641-3E3E-4D63-BDE6-FED6BAA54B1C}" srcOrd="0" destOrd="0" presId="urn:microsoft.com/office/officeart/2005/8/layout/pyramid4"/>
    <dgm:cxn modelId="{3543C7DD-0322-4AA2-A180-2F2000177D4D}" type="presOf" srcId="{6B810CAF-69C9-44E5-8531-5F8E95A84DC8}" destId="{D3880A27-8B22-4BE4-80A3-5AF693B1E673}" srcOrd="0" destOrd="0" presId="urn:microsoft.com/office/officeart/2005/8/layout/pyramid4"/>
    <dgm:cxn modelId="{FF46343E-7C4C-490E-A6EB-22C35C49F2AF}" type="presParOf" srcId="{8E3EB531-51BD-49BD-90B2-ED9485ADCCAA}" destId="{D3880A27-8B22-4BE4-80A3-5AF693B1E673}" srcOrd="0" destOrd="0" presId="urn:microsoft.com/office/officeart/2005/8/layout/pyramid4"/>
    <dgm:cxn modelId="{23661BD5-1EE0-4824-8ECA-E62E8FE3BF50}" type="presParOf" srcId="{8E3EB531-51BD-49BD-90B2-ED9485ADCCAA}" destId="{B9081641-3E3E-4D63-BDE6-FED6BAA54B1C}" srcOrd="1" destOrd="0" presId="urn:microsoft.com/office/officeart/2005/8/layout/pyramid4"/>
    <dgm:cxn modelId="{39E1C071-4FF1-4D7B-9D8A-39EB38DE11E0}" type="presParOf" srcId="{8E3EB531-51BD-49BD-90B2-ED9485ADCCAA}" destId="{4C9C0468-2CFC-4773-A99A-8EC2169C7EA7}" srcOrd="2" destOrd="0" presId="urn:microsoft.com/office/officeart/2005/8/layout/pyramid4"/>
    <dgm:cxn modelId="{DAF8B0D2-B4FD-4A36-B188-1BD2CAA3DF7C}" type="presParOf" srcId="{8E3EB531-51BD-49BD-90B2-ED9485ADCCAA}" destId="{230401A8-E534-40EF-9B07-4F9CCF86AA7E}" srcOrd="3" destOrd="0" presId="urn:microsoft.com/office/officeart/2005/8/layout/pyramid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880A27-8B22-4BE4-80A3-5AF693B1E673}">
      <dsp:nvSpPr>
        <dsp:cNvPr id="0" name=""/>
        <dsp:cNvSpPr/>
      </dsp:nvSpPr>
      <dsp:spPr>
        <a:xfrm>
          <a:off x="1749425" y="0"/>
          <a:ext cx="1911349" cy="1911349"/>
        </a:xfrm>
        <a:prstGeom prst="triangle">
          <a:avLst/>
        </a:prstGeom>
        <a:solidFill>
          <a:schemeClr val="accent2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2227262" y="955675"/>
        <a:ext cx="955675" cy="955674"/>
      </dsp:txXfrm>
    </dsp:sp>
    <dsp:sp modelId="{B9081641-3E3E-4D63-BDE6-FED6BAA54B1C}">
      <dsp:nvSpPr>
        <dsp:cNvPr id="0" name=""/>
        <dsp:cNvSpPr/>
      </dsp:nvSpPr>
      <dsp:spPr>
        <a:xfrm>
          <a:off x="793750" y="1911349"/>
          <a:ext cx="1911349" cy="1911349"/>
        </a:xfrm>
        <a:prstGeom prst="triangle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1271587" y="2867024"/>
        <a:ext cx="955675" cy="955674"/>
      </dsp:txXfrm>
    </dsp:sp>
    <dsp:sp modelId="{4C9C0468-2CFC-4773-A99A-8EC2169C7EA7}">
      <dsp:nvSpPr>
        <dsp:cNvPr id="0" name=""/>
        <dsp:cNvSpPr/>
      </dsp:nvSpPr>
      <dsp:spPr>
        <a:xfrm rot="10800000">
          <a:off x="1749425" y="1911349"/>
          <a:ext cx="1911349" cy="1911349"/>
        </a:xfrm>
        <a:prstGeom prst="triangle">
          <a:avLst/>
        </a:prstGeom>
        <a:solidFill>
          <a:schemeClr val="accent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 rot="10800000">
        <a:off x="2227262" y="1911349"/>
        <a:ext cx="955675" cy="955674"/>
      </dsp:txXfrm>
    </dsp:sp>
    <dsp:sp modelId="{230401A8-E534-40EF-9B07-4F9CCF86AA7E}">
      <dsp:nvSpPr>
        <dsp:cNvPr id="0" name=""/>
        <dsp:cNvSpPr/>
      </dsp:nvSpPr>
      <dsp:spPr>
        <a:xfrm>
          <a:off x="2705100" y="1911349"/>
          <a:ext cx="1911349" cy="1911349"/>
        </a:xfrm>
        <a:prstGeom prst="triangle">
          <a:avLst/>
        </a:prstGeom>
        <a:solidFill>
          <a:schemeClr val="accent6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3182937" y="2867024"/>
        <a:ext cx="955675" cy="95567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4">
  <dgm:title val=""/>
  <dgm:desc val=""/>
  <dgm:catLst>
    <dgm:cat type="pyramid" pri="4000"/>
    <dgm:cat type="relationship" pri="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compositeShape">
    <dgm:varLst>
      <dgm:chMax val="9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lte" val="4">
        <dgm:choose name="Name2">
          <dgm:if name="Name3" axis="ch" ptType="node" func="cnt" op="equ" val="1">
            <dgm:constrLst>
              <dgm:constr type="primFontSz" for="ch" ptType="node" op="equ" val="65"/>
              <dgm:constr type="t" for="ch" forName="triangle1"/>
              <dgm:constr type="l" for="ch" forName="triangle1"/>
              <dgm:constr type="h" for="ch" forName="triangle1" refType="h"/>
              <dgm:constr type="w" for="ch" forName="triangle1" refType="h"/>
            </dgm:constrLst>
          </dgm:if>
          <dgm:else name="Name4">
            <dgm:constrLst>
              <dgm:constr type="primFontSz" for="ch" ptType="node" op="equ" val="65"/>
              <dgm:constr type="t" for="ch" forName="triangle1"/>
              <dgm:constr type="l" for="ch" forName="triangle1" refType="h" fact="0.25"/>
              <dgm:constr type="h" for="ch" forName="triangle1" refType="h" fact="0.5"/>
              <dgm:constr type="w" for="ch" forName="triangle1" refType="h" fact="0.5"/>
              <dgm:constr type="t" for="ch" forName="triangle2" refType="h" fact="0.5"/>
              <dgm:constr type="l" for="ch" forName="triangle2"/>
              <dgm:constr type="h" for="ch" forName="triangle2" refType="h" fact="0.5"/>
              <dgm:constr type="w" for="ch" forName="triangle2" refType="h" fact="0.5"/>
              <dgm:constr type="t" for="ch" forName="triangle3" refType="h" fact="0.5"/>
              <dgm:constr type="l" for="ch" forName="triangle3" refType="h" fact="0.25"/>
              <dgm:constr type="h" for="ch" forName="triangle3" refType="h" fact="0.5"/>
              <dgm:constr type="w" for="ch" forName="triangle3" refType="h" fact="0.5"/>
              <dgm:constr type="t" for="ch" forName="triangle4" refType="h" fact="0.5"/>
              <dgm:constr type="l" for="ch" forName="triangle4" refType="h" fact="0.5"/>
              <dgm:constr type="h" for="ch" forName="triangle4" refType="h" fact="0.5"/>
              <dgm:constr type="w" for="ch" forName="triangle4" refType="h" fact="0.5"/>
            </dgm:constrLst>
          </dgm:else>
        </dgm:choose>
      </dgm:if>
      <dgm:else name="Name5">
        <dgm:constrLst>
          <dgm:constr type="primFontSz" for="ch" ptType="node" op="equ" val="65"/>
          <dgm:constr type="t" for="ch" forName="triangle1"/>
          <dgm:constr type="l" for="ch" forName="triangle1" refType="h" fact="0.33"/>
          <dgm:constr type="h" for="ch" forName="triangle1" refType="h" fact="0.33"/>
          <dgm:constr type="w" for="ch" forName="triangle1" refType="h" fact="0.33"/>
          <dgm:constr type="t" for="ch" forName="triangle2" refType="h" fact="0.33"/>
          <dgm:constr type="l" for="ch" forName="triangle2" refType="h" fact="0.165"/>
          <dgm:constr type="h" for="ch" forName="triangle2" refType="h" fact="0.33"/>
          <dgm:constr type="w" for="ch" forName="triangle2" refType="h" fact="0.33"/>
          <dgm:constr type="t" for="ch" forName="triangle3" refType="h" fact="0.33"/>
          <dgm:constr type="l" for="ch" forName="triangle3" refType="h" fact="0.33"/>
          <dgm:constr type="h" for="ch" forName="triangle3" refType="h" fact="0.33"/>
          <dgm:constr type="w" for="ch" forName="triangle3" refType="h" fact="0.33"/>
          <dgm:constr type="t" for="ch" forName="triangle4" refType="h" fact="0.33"/>
          <dgm:constr type="l" for="ch" forName="triangle4" refType="h" fact="0.495"/>
          <dgm:constr type="h" for="ch" forName="triangle4" refType="h" fact="0.33"/>
          <dgm:constr type="w" for="ch" forName="triangle4" refType="h" fact="0.33"/>
          <dgm:constr type="t" for="ch" forName="triangle5" refType="h" fact="0.66"/>
          <dgm:constr type="l" for="ch" forName="triangle5"/>
          <dgm:constr type="h" for="ch" forName="triangle5" refType="h" fact="0.33"/>
          <dgm:constr type="w" for="ch" forName="triangle5" refType="h" fact="0.33"/>
          <dgm:constr type="t" for="ch" forName="triangle6" refType="h" fact="0.66"/>
          <dgm:constr type="l" for="ch" forName="triangle6" refType="h" fact="0.165"/>
          <dgm:constr type="h" for="ch" forName="triangle6" refType="h" fact="0.33"/>
          <dgm:constr type="w" for="ch" forName="triangle6" refType="h" fact="0.33"/>
          <dgm:constr type="t" for="ch" forName="triangle7" refType="h" fact="0.66"/>
          <dgm:constr type="l" for="ch" forName="triangle7" refType="h" fact="0.33"/>
          <dgm:constr type="h" for="ch" forName="triangle7" refType="h" fact="0.33"/>
          <dgm:constr type="w" for="ch" forName="triangle7" refType="h" fact="0.33"/>
          <dgm:constr type="t" for="ch" forName="triangle8" refType="h" fact="0.66"/>
          <dgm:constr type="l" for="ch" forName="triangle8" refType="h" fact="0.495"/>
          <dgm:constr type="h" for="ch" forName="triangle8" refType="h" fact="0.33"/>
          <dgm:constr type="w" for="ch" forName="triangle8" refType="h" fact="0.33"/>
          <dgm:constr type="t" for="ch" forName="triangle9" refType="h" fact="0.66"/>
          <dgm:constr type="l" for="ch" forName="triangle9" refType="h" fact="0.66"/>
          <dgm:constr type="h" for="ch" forName="triangle9" refType="h" fact="0.33"/>
          <dgm:constr type="w" for="ch" forName="triangle9" refType="h" fact="0.33"/>
        </dgm:constrLst>
      </dgm:else>
    </dgm:choose>
    <dgm:ruleLst/>
    <dgm:choose name="Name6">
      <dgm:if name="Name7" axis="ch" ptType="node" func="cnt" op="gte" val="1">
        <dgm:layoutNode name="triangle1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8"/>
    </dgm:choose>
    <dgm:choose name="Name9">
      <dgm:if name="Name10" axis="ch" ptType="node" func="cnt" op="gte" val="2">
        <dgm:layoutNode name="triangle2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11">
            <dgm:if name="Name12" func="var" arg="dir" op="equ" val="norm">
              <dgm:presOf axis="ch desOrSelf" ptType="node node" st="2 1" cnt="1 0"/>
            </dgm:if>
            <dgm:else name="Name13">
              <dgm:presOf axis="ch desOrSelf" ptType="node node" st="4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3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presOf axis="ch desOrSelf" ptType="node node" st="3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4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14">
            <dgm:if name="Name15" func="var" arg="dir" op="equ" val="norm">
              <dgm:presOf axis="ch desOrSelf" ptType="node node" st="4 1" cnt="1 0"/>
            </dgm:if>
            <dgm:else name="Name16">
              <dgm:presOf axis="ch desOrSelf" ptType="node node" st="2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17"/>
    </dgm:choose>
    <dgm:choose name="Name18">
      <dgm:if name="Name19" axis="ch" ptType="node" func="cnt" op="gte" val="5">
        <dgm:layoutNode name="triangle5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20">
            <dgm:if name="Name21" func="var" arg="dir" op="equ" val="norm">
              <dgm:presOf axis="ch desOrSelf" ptType="node node" st="5 1" cnt="1 0"/>
            </dgm:if>
            <dgm:else name="Name22">
              <dgm:presOf axis="ch desOrSelf" ptType="node node" st="9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6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choose name="Name23">
            <dgm:if name="Name24" func="var" arg="dir" op="equ" val="norm">
              <dgm:presOf axis="ch desOrSelf" ptType="node node" st="6 1" cnt="1 0"/>
            </dgm:if>
            <dgm:else name="Name25">
              <dgm:presOf axis="ch desOrSelf" ptType="node node" st="8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7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presOf axis="ch desOrSelf" ptType="node node" st="7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8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choose name="Name26">
            <dgm:if name="Name27" func="var" arg="dir" op="equ" val="norm">
              <dgm:presOf axis="ch desOrSelf" ptType="node node" st="8 1" cnt="1 0"/>
            </dgm:if>
            <dgm:else name="Name28">
              <dgm:presOf axis="ch desOrSelf" ptType="node node" st="6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9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29">
            <dgm:if name="Name30" func="var" arg="dir" op="equ" val="norm">
              <dgm:presOf axis="ch desOrSelf" ptType="node node" st="9 1" cnt="1 0"/>
            </dgm:if>
            <dgm:else name="Name31">
              <dgm:presOf axis="ch desOrSelf" ptType="node node" st="5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32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8DDE95-49CA-420F-826E-9AE14CFA310E}" type="datetimeFigureOut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C3E195-EE90-4C4D-8E81-4BF471FB9EA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2942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8116CC-20FF-457A-B0DD-F02EE2901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CA0D387-B42B-4157-90E6-FCD3174B40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A7E609-556E-4234-8CFC-AE6C70233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4B49A-9A9C-46BA-A440-73FEBDF91EBC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3F3B6F-BEB4-4451-A4BA-A0659F2AC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3703B4-E0EB-4B00-9BF7-03ABD79FA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3257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5F7C35-D8F4-4D64-91F6-455403D3F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88CDA9-0970-49A3-82F4-FCFFA63B9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50BDF5-6D16-4A9A-893B-53B110950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8EE19-9BEC-4E55-A03E-C13477B26859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3635E5-1D8E-4820-93F8-0955606D4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11AF3B-8956-4150-8701-B7C6F2B24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846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61787C-EA13-4181-B0B0-B98FD1587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5F5F3-03E8-4DE0-BFC5-1307CAE6E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CEA32-CCEE-47B8-A526-80A2933D1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9FDB2-A287-464C-9045-0F4367135DC2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964C28-B02D-443E-89E1-FB3F12548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2FB7F4-ECD7-4A68-980A-73D9C752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6654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1298D1-822F-4AE9-BE1F-7EF054CE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8596DE-FD94-42CD-A453-C87AAFCB7E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5D48B6-4014-4E1E-AD68-C67E693F64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A6CCBA-5D70-4B89-BACA-6C91A0FF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1A331C-D9E2-448C-8CFA-E9ED7026B69F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E4A065-E00B-4A73-9BB7-B46AC396A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6E1E2D-C422-4C81-9EA7-ABA7416D0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0711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A5702F-9D39-4A23-8B2B-227C8FB4F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B61F52-FB13-4AA5-8614-96CB85DAE5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87BAFA-DA5C-41E6-89B9-049ECF13E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58F1D0D-16C1-4524-9BFD-F88D9AADB2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6C66BD1-687F-4EBD-B80D-A9CE917A7C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79544E4-0FB8-47A2-9B6E-896DFDF65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0DDF4-85D8-4A52-A2B6-E394D6072658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BAF11A-F1C3-474D-991B-EFCEF7C80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439CBAC-49D8-4D2D-A0EB-0A7DD653A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4194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59595-4D21-46F7-9AA9-99350F31B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D291C2-6C24-4F10-AC19-A3D48780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58F29-71CD-4469-8F4B-2C160546533E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E207B8-FB3D-49E3-8ED2-E499A63D1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155E8C-A92C-4F29-8A88-562EE761F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1362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F5ED8-99BB-47D0-9389-A9B3D9E697BC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906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BCB2B-7564-4483-BCCE-3DC81CC5A0DC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3076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764F0-5601-4A14-A10F-2AABF340F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C9E9D1-8F1D-4F21-A822-6C7960A96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9A7961-D3A0-4BA3-B7D1-830E64EFA1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3B9528-22B9-4F6F-91C9-6F720DCC1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4C8E4C-5CB8-4343-9565-DC2F96FC61CF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EBC077-8A76-446B-8054-77AD1824E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25B9B4-BE00-4DC7-A442-DC65D4257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0786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4538A9-CADF-4633-A090-47B42B856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9BC4E6F-A0DE-4AE3-90F2-1C03418ACC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704145D-ADF1-4464-BC28-593BAE746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FD674B-36F7-4FB8-8FD7-4A82F0782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F0E5B-739F-4440-BA1D-C18FCBAC19C4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6B7B17-18E4-4B63-A6C1-BC60814AA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71BA4A-3D6F-4036-B650-4BE22EBF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4207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B3392-1D66-4FC7-9B67-9373E3302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23E0133-FB9E-4A82-B101-5823D201B8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96BE29-E9E7-4C46-9EA7-89CB1D54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3F493-5332-4EA9-8BF1-BDD42FAC57E1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CF291-3561-4887-8CBA-2D73801AE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A223DB-3883-49FB-AC9D-6E713866E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4486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9D0D848-B156-4FC0-9045-C4FA3355A8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ABE1A0F-E622-4956-B3AE-75C0FFAC35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83557E-01F2-4719-81E9-5B6B18E38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CC6939-3A53-4401-A80A-FC1ABB352FAE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B3DD90-F3E1-4BF3-9279-442F300C9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703D7F-961F-467A-AB56-CD0F56F5A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63486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8116CC-20FF-457A-B0DD-F02EE2901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CA0D387-B42B-4157-90E6-FCD3174B40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A7E609-556E-4234-8CFC-AE6C70233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3F3B6F-BEB4-4451-A4BA-A0659F2AC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3703B4-E0EB-4B00-9BF7-03ABD79FA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4553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5F7C35-D8F4-4D64-91F6-455403D3F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88CDA9-0970-49A3-82F4-FCFFA63B9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50BDF5-6D16-4A9A-893B-53B110950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3635E5-1D8E-4820-93F8-0955606D4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11AF3B-8956-4150-8701-B7C6F2B24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6483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61787C-EA13-4181-B0B0-B98FD1587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5F5F3-03E8-4DE0-BFC5-1307CAE6E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CEA32-CCEE-47B8-A526-80A2933D1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964C28-B02D-443E-89E1-FB3F12548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2FB7F4-ECD7-4A68-980A-73D9C752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5395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1298D1-822F-4AE9-BE1F-7EF054CE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8596DE-FD94-42CD-A453-C87AAFCB7E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5D48B6-4014-4E1E-AD68-C67E693F64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A6CCBA-5D70-4B89-BACA-6C91A0FF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E4A065-E00B-4A73-9BB7-B46AC396A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6E1E2D-C422-4C81-9EA7-ABA7416D0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62428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A5702F-9D39-4A23-8B2B-227C8FB4F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B61F52-FB13-4AA5-8614-96CB85DAE5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87BAFA-DA5C-41E6-89B9-049ECF13E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58F1D0D-16C1-4524-9BFD-F88D9AADB2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6C66BD1-687F-4EBD-B80D-A9CE917A7C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79544E4-0FB8-47A2-9B6E-896DFDF65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BAF11A-F1C3-474D-991B-EFCEF7C80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439CBAC-49D8-4D2D-A0EB-0A7DD653A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5275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59595-4D21-46F7-9AA9-99350F31B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D291C2-6C24-4F10-AC19-A3D48780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E207B8-FB3D-49E3-8ED2-E499A63D1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155E8C-A92C-4F29-8A88-562EE761F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28939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79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2170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764F0-5601-4A14-A10F-2AABF340F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C9E9D1-8F1D-4F21-A822-6C7960A96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9A7961-D3A0-4BA3-B7D1-830E64EFA1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3B9528-22B9-4F6F-91C9-6F720DCC1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EBC077-8A76-446B-8054-77AD1824E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25B9B4-BE00-4DC7-A442-DC65D4257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09195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4538A9-CADF-4633-A090-47B42B856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9BC4E6F-A0DE-4AE3-90F2-1C03418ACC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704145D-ADF1-4464-BC28-593BAE746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FD674B-36F7-4FB8-8FD7-4A82F0782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6B7B17-18E4-4B63-A6C1-BC60814AA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71BA4A-3D6F-4036-B650-4BE22EBF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4987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B3392-1D66-4FC7-9B67-9373E3302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23E0133-FB9E-4A82-B101-5823D201B8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96BE29-E9E7-4C46-9EA7-89CB1D54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CF291-3561-4887-8CBA-2D73801AE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A223DB-3883-49FB-AC9D-6E713866E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130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9D0D848-B156-4FC0-9045-C4FA3355A8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ABE1A0F-E622-4956-B3AE-75C0FFAC35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83557E-01F2-4719-81E9-5B6B18E38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B3DD90-F3E1-4BF3-9279-442F300C9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703D7F-961F-467A-AB56-CD0F56F5A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9919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7F2D1CD-6AB9-44F7-9AF1-904E917CB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EE6583-9D58-4FBE-8B3E-D816FF62F1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1C4F44-3451-43BF-BB78-2BFFC41D53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EF688F-8DA8-42A5-A5D8-28C9D1783316}" type="datetime1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56AF17-214F-4E1E-9255-3368B9888B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45F63D-B78D-4305-AB08-518043957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8740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7F2D1CD-6AB9-44F7-9AF1-904E917CB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EE6583-9D58-4FBE-8B3E-D816FF62F1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1C4F44-3451-43BF-BB78-2BFFC41D53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E7A9D4-2312-4C80-955C-3A7FA2F8832A}" type="datetimeFigureOut">
              <a:rPr lang="ko-KR" altLang="en-US" smtClean="0"/>
              <a:t>2022-11-28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56AF17-214F-4E1E-9255-3368B9888B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45F63D-B78D-4305-AB08-518043957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0482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sv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3.sv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21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8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1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4.jp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.jpg"/><Relationship Id="rId7" Type="http://schemas.openxmlformats.org/officeDocument/2006/relationships/image" Target="../media/image4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e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e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1D96CB-D837-42E6-B753-A362CB784AC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67952" y="2505670"/>
            <a:ext cx="58560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오늘도 난 배가 고프다</a:t>
            </a:r>
            <a:endParaRPr kumimoji="0" lang="ko-KR" altLang="en-US" sz="5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9B67F781-4111-4EB6-97E9-84D738AD6180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347720" y="3673455"/>
            <a:ext cx="5496560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00961E7-5079-4C40-88CA-C2ABE8F1C79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20626" y="5006528"/>
            <a:ext cx="242085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201704086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202004088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E1CF8F-0A04-2451-73A3-AE1B007F9A9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937314" y="3817654"/>
            <a:ext cx="23903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분석 어플</a:t>
            </a:r>
            <a:endParaRPr kumimoji="0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C8198F5-0634-BA61-239A-21B9EB0E10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571" y="4149773"/>
            <a:ext cx="3708165" cy="230296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1C05F3E-0B7E-593A-B3D3-589700E1EAC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00" y="170937"/>
            <a:ext cx="2852285" cy="2334733"/>
          </a:xfrm>
          <a:prstGeom prst="rect">
            <a:avLst/>
          </a:prstGeom>
        </p:spPr>
      </p:pic>
      <p:pic>
        <p:nvPicPr>
          <p:cNvPr id="13" name="그림 12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34911A46-7330-8FBA-0E15-456C37BF655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8302" y="248229"/>
            <a:ext cx="3636385" cy="2090278"/>
          </a:xfrm>
          <a:prstGeom prst="rect">
            <a:avLst/>
          </a:prstGeom>
        </p:spPr>
      </p:pic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2DB4BDC-A0CD-EB19-D9B9-A42A0DB33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0032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1C4265C-0EAD-4FFD-BF99-406D49533C1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88375" y="1659285"/>
            <a:ext cx="4901364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개요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 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배경 및 필요성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4.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목표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51FDC9-B70C-4BC0-8AC7-216B5765985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716" y="341339"/>
            <a:ext cx="7505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목차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D886B7-3A46-78B5-7CC8-F48EB8ABAE6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55289" y="1233714"/>
            <a:ext cx="490136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5.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</a:t>
            </a:r>
            <a:r>
              <a:rPr lang="ko-KR" altLang="en-US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환경 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6.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내용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8.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일정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9.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기대효과 및 활용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D3E7D93-F159-2F4C-F16A-ADB709F3E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5752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0C0895B-7B4E-4FB6-95D6-6192E6C6C6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025211" y="1872127"/>
            <a:ext cx="6037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오늘도 나 배가 고프다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어플은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??!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384813B4-D6BC-CA52-99BE-9311992DB157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621513" y="2964976"/>
            <a:ext cx="6948974" cy="2164360"/>
            <a:chOff x="2673686" y="2684477"/>
            <a:chExt cx="6948974" cy="2164360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CBB0498-13C3-48CC-9BFE-7243BE8082B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673686" y="2684477"/>
              <a:ext cx="6948974" cy="216436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마루 부리 Beta"/>
                <a:cs typeface="+mn-cs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EF51587-4B82-43A7-8A06-3BA5E76F90F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55293" y="3412714"/>
              <a:ext cx="588141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다이어트와 건강에 관심이 많은 사람들을 위해</a:t>
              </a:r>
              <a:endPara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음식 성분과 </a:t>
              </a:r>
              <a:r>
                <a:rPr lang="ko-KR" altLang="en-US" sz="2000" dirty="0">
                  <a:solidFill>
                    <a:srgbClr val="CAB5BD">
                      <a:lumMod val="50000"/>
                    </a:srgb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메뉴를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 </a:t>
              </a:r>
              <a:r>
                <a:rPr kumimoji="0" lang="ko-KR" alt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모바일 디바이스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를 이용하여 </a:t>
              </a:r>
              <a:r>
                <a:rPr kumimoji="0" lang="en-US" altLang="ko-KR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AR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로 분석해 건강을 관리해주는 어플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42A27B8-3421-9530-A1D5-A9C7F0FA72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74320" y="294640"/>
            <a:ext cx="25695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1.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개요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7" name="그래픽 6" descr="물음표 단색으로 채워진">
            <a:extLst>
              <a:ext uri="{FF2B5EF4-FFF2-40B4-BE49-F238E27FC236}">
                <a16:creationId xmlns:a16="http://schemas.microsoft.com/office/drawing/2014/main" id="{2B607B76-8A96-06C2-FA04-243C45FFDC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08797" y="4993547"/>
            <a:ext cx="914400" cy="914400"/>
          </a:xfrm>
          <a:prstGeom prst="rect">
            <a:avLst/>
          </a:prstGeom>
        </p:spPr>
      </p:pic>
      <p:pic>
        <p:nvPicPr>
          <p:cNvPr id="9" name="그래픽 8" descr="물음표 윤곽선">
            <a:extLst>
              <a:ext uri="{FF2B5EF4-FFF2-40B4-BE49-F238E27FC236}">
                <a16:creationId xmlns:a16="http://schemas.microsoft.com/office/drawing/2014/main" id="{6A18651E-CC6A-D01D-5B90-32C297B9AB6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5205" y="4352329"/>
            <a:ext cx="914400" cy="914400"/>
          </a:xfrm>
          <a:prstGeom prst="rect">
            <a:avLst/>
          </a:prstGeom>
        </p:spPr>
      </p:pic>
      <p:pic>
        <p:nvPicPr>
          <p:cNvPr id="11" name="그래픽 10" descr="물음표 단색으로 채워진">
            <a:extLst>
              <a:ext uri="{FF2B5EF4-FFF2-40B4-BE49-F238E27FC236}">
                <a16:creationId xmlns:a16="http://schemas.microsoft.com/office/drawing/2014/main" id="{93603FCD-F00B-656B-ED6C-9FF95FC1683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3529" y="1661114"/>
            <a:ext cx="914400" cy="914400"/>
          </a:xfrm>
          <a:prstGeom prst="rect">
            <a:avLst/>
          </a:prstGeom>
        </p:spPr>
      </p:pic>
      <p:pic>
        <p:nvPicPr>
          <p:cNvPr id="13" name="그래픽 12" descr="물음표 단색으로 채워진">
            <a:extLst>
              <a:ext uri="{FF2B5EF4-FFF2-40B4-BE49-F238E27FC236}">
                <a16:creationId xmlns:a16="http://schemas.microsoft.com/office/drawing/2014/main" id="{E5AA80AA-9791-C6A4-B9E8-B268FE435CD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890723" y="747153"/>
            <a:ext cx="914400" cy="914400"/>
          </a:xfrm>
          <a:prstGeom prst="rect">
            <a:avLst/>
          </a:prstGeom>
        </p:spPr>
      </p:pic>
      <p:pic>
        <p:nvPicPr>
          <p:cNvPr id="15" name="그래픽 14" descr="물음표 윤곽선">
            <a:extLst>
              <a:ext uri="{FF2B5EF4-FFF2-40B4-BE49-F238E27FC236}">
                <a16:creationId xmlns:a16="http://schemas.microsoft.com/office/drawing/2014/main" id="{C0712E4A-479F-186D-A339-3582F5E754E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268416" y="2320558"/>
            <a:ext cx="914400" cy="914400"/>
          </a:xfrm>
          <a:prstGeom prst="rect">
            <a:avLst/>
          </a:prstGeom>
        </p:spPr>
      </p:pic>
      <p:pic>
        <p:nvPicPr>
          <p:cNvPr id="17" name="그래픽 16" descr="물음표 윤곽선">
            <a:extLst>
              <a:ext uri="{FF2B5EF4-FFF2-40B4-BE49-F238E27FC236}">
                <a16:creationId xmlns:a16="http://schemas.microsoft.com/office/drawing/2014/main" id="{113EEF0E-73B2-63BC-D5D7-5998EFAC233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949442" y="447193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CD0AB23-035A-7CED-AF07-C0BD544940F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9442" y="5397266"/>
            <a:ext cx="60372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음식과 메뉴의 영양성분을 분석하고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내 체형과 체질에 맞는 하루 권장량을 알아서 </a:t>
            </a:r>
            <a:r>
              <a:rPr lang="ko-KR" altLang="en-US" dirty="0">
                <a:solidFill>
                  <a:srgbClr val="CAB5BD">
                    <a:lumMod val="5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계산하고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추천 식당과 평점 등을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보여줘 </a:t>
            </a: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rgbClr val="CAB5BD">
                  <a:lumMod val="5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사용자 경험을 극대화</a:t>
            </a: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CC1BEFE-B3B1-57F7-6A89-B176267D8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2806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09" y="111525"/>
            <a:ext cx="40829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 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-30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09" y="1078954"/>
            <a:ext cx="6423529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코로나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의 역설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...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다이어트족 늘어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대한비만학회의 ‘코로나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시대 국민 체중 관리 현황 및  비만 인식 조사’ 결과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응답자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10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 중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4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명은 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이전 대비 체중이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3kg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이상 증가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222222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	</a:t>
            </a: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외식도 어려워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집밥이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늘고 있는데 이 때문에 다이어트에 좋은 음식들과 식재료들 판매량 증가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70915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70915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&lt;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김정하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/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식품업체 마케팅담당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&gt; "5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월 출시 이후 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와 맞물려 건강식에 대한 소비자 관심이 증가하면서 지속적인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매출량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증가세를 보이고 있습니다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탄수화물 부담 없이 섭취할 수 있는 장점이 있어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…"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2431FF5-785E-DA66-49B6-6F301FB6EF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3667" y="1165393"/>
            <a:ext cx="4680251" cy="52636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11EC75-AB4A-C711-B656-05BF7592EC8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7915" y="6511458"/>
            <a:ext cx="84392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출처 </a:t>
            </a:r>
            <a:r>
              <a:rPr kumimoji="0" lang="en-US" altLang="ko-KR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https://m.yonhapnewstv.co.kr/news/MYH20200830000600641</a:t>
            </a:r>
            <a:endParaRPr kumimoji="0" lang="ko-KR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75C7178-0913-296C-1CC6-B0D6A6E09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22686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33461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 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-30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4891" y="1087004"/>
            <a:ext cx="1156001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개인마다 필요 열량에 따른 영양 성분의 기준치가 다르고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대부분 자신의 기준치를 잘 모름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영양 성분표를 보면 직관적으로 알아보기 </a:t>
            </a:r>
            <a:r>
              <a:rPr lang="ko-KR" altLang="en-US" sz="2000" dirty="0" err="1">
                <a:solidFill>
                  <a:prstClr val="black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쉽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 않고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자신이 관심 있는 영양소만 대충 보고 넘어가는 경우가 많음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 성분표도 전체 성분만 표시되어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내가 먹고 싶은 만큼만 먹었을 때는 어느 정도로 영양을 섭취했는지 직관적으로 알기 어려움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B842C7D-7B87-9665-98D1-3DD4E4F122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354" y="3549641"/>
            <a:ext cx="5211089" cy="221109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ECC41E2-D4EE-6789-EE8F-B0ACE90492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8031" y="3064676"/>
            <a:ext cx="5117588" cy="3638128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20E7085-D4A7-7508-8349-7DB573249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8081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C632267-7F9C-E254-A393-98CC415F8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2256" y="2124459"/>
            <a:ext cx="2324045" cy="23240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BD2CD3-EFF0-55C2-FF77-0E1189E5999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928575" y="4621472"/>
            <a:ext cx="1591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삼성 헬스케어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EFB5A57-61D7-2295-D814-23B4F4CB16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221" y="2124459"/>
            <a:ext cx="3443287" cy="229135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42C0508-D95A-44FF-389F-01928CBCBD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228672" y="4635999"/>
            <a:ext cx="2278384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</a:t>
            </a:r>
            <a:r>
              <a:rPr kumimoji="0" lang="en-US" altLang="ko-KR" sz="14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14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 기록 앱</a:t>
            </a:r>
            <a:endParaRPr kumimoji="0" lang="en-US" altLang="ko-KR" sz="14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9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D8A296-8969-F074-6B3E-E43FEBDC34C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494470" y="4621472"/>
            <a:ext cx="3446691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(Suggestic)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나에게 맞는 음식을 제안하는 앱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8AD117A-32B9-F431-7B4F-2F21CE1F9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0490" y="2124459"/>
            <a:ext cx="2324045" cy="2324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6014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5455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 </a:t>
            </a:r>
            <a:r>
              <a:rPr lang="en-US" altLang="ko-KR" sz="28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8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39332172-1309-1F56-6DEA-DAED3C686C7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26" y="2091765"/>
            <a:ext cx="3443287" cy="229135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358855" y="1454201"/>
            <a:ext cx="482366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국내 싣단기록 어플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위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모든 기록을 한곳에서 쉽게 관리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사람들과 함께 공유 및 소통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미션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주간 리포트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 등 다양한 기능 탑재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565382-588C-8377-116D-A1C608C4D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6801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67BEC144-DD7C-65F4-CA52-1FA806B4A79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88" y="2060459"/>
            <a:ext cx="9293050" cy="3626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/>
          </p:cNvSpPr>
          <p:nvPr/>
        </p:nvSpPr>
        <p:spPr>
          <a:xfrm>
            <a:off x="391581" y="1076471"/>
            <a:ext cx="34814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음식을 알아보기 쉽게 크게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*찍은 시간 자동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685904" y="5870080"/>
            <a:ext cx="36645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식사에 따른 칼로리와 영양성분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표로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양에 대한 영양성분은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X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직접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AFC597-1373-99F8-530C-DAC9FBBCD92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75371" y="5870080"/>
            <a:ext cx="426144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캘린더에 운동과 식단기록을 색깔선으로 표현해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한눈에 보기 쉽게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각 선의 의미는 안나와있음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260037" y="1045694"/>
            <a:ext cx="451900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걸음수 자동측정 기능과 운동을 직접 기입해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</p:cNvCxnSpPr>
          <p:nvPr/>
        </p:nvCxnSpPr>
        <p:spPr>
          <a:xfrm rot="10800000" flipH="1" flipV="1">
            <a:off x="391581" y="1491969"/>
            <a:ext cx="1023458" cy="779347"/>
          </a:xfrm>
          <a:prstGeom prst="bentConnector3">
            <a:avLst>
              <a:gd name="adj1" fmla="val -2233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184624" y="5536519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260037" y="1476581"/>
            <a:ext cx="929328" cy="989782"/>
          </a:xfrm>
          <a:prstGeom prst="bentConnector4">
            <a:avLst>
              <a:gd name="adj1" fmla="val -24598"/>
              <a:gd name="adj2" fmla="val 71767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1BD1B15C-C508-3577-4F92-D76588D401FE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5400000" flipH="1" flipV="1">
            <a:off x="9216267" y="5516170"/>
            <a:ext cx="643738" cy="64082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4DA66EA-17EA-F44D-BFE6-CD94C5E3B8F1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2A4D2-66C0-C8A2-2F65-AB6B624E27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1DAFEBA-6E48-A894-66E2-BEB3167BE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35844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FA244E6-62DB-66B6-0243-96420B8E7E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300" y="1963083"/>
            <a:ext cx="8734425" cy="3848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F539794-B6C4-E271-A289-1E1FC82261C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41525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원하는 목표에 따라 그룹 만들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디데이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강도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이모티콘으로 알기 쉽게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5D867161-3D99-D2E0-15B1-0F8982986CF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  <a:endCxn id="4" idx="1"/>
          </p:cNvCxnSpPr>
          <p:nvPr/>
        </p:nvCxnSpPr>
        <p:spPr>
          <a:xfrm rot="10800000" flipH="1" flipV="1">
            <a:off x="738230" y="1368923"/>
            <a:ext cx="1027069" cy="2518209"/>
          </a:xfrm>
          <a:prstGeom prst="bentConnector3">
            <a:avLst>
              <a:gd name="adj1" fmla="val -22258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980E072-8890-1011-0E2D-5AA566EE1C6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19754" y="5927861"/>
            <a:ext cx="36645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랭킹과 멤버 수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등을 실시간으로 공유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요일 별로 기록되어 그룹의 성장을 볼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91D33852-5D7E-D4AD-CC59-74E1186B1D84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16200000" flipV="1">
            <a:off x="5518474" y="5594300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D811B50-310F-3B68-D58D-F005093303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68135" y="537927"/>
            <a:ext cx="446886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기록을 사진이나 그림으로 표현 하여 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물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 수로 나뉘어져 있어 깔금함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*공유한 기록에 대해 멤버끼리 댓글로 소통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4" name="연결선: 꺾임 13">
            <a:extLst>
              <a:ext uri="{FF2B5EF4-FFF2-40B4-BE49-F238E27FC236}">
                <a16:creationId xmlns:a16="http://schemas.microsoft.com/office/drawing/2014/main" id="{8E4AB879-40F3-07DC-4E12-43EDCB62ACF3}"/>
              </a:ext>
            </a:extLst>
          </p:cNvPr>
          <p:cNvCxnSpPr>
            <a:cxnSpLocks noGrp="1" noRot="1" noMove="1" noResize="1" noEditPoints="1" noAdjustHandles="1" noChangeArrowheads="1" noChangeShapeType="1"/>
            <a:stCxn id="13" idx="2"/>
          </p:cNvCxnSpPr>
          <p:nvPr/>
        </p:nvCxnSpPr>
        <p:spPr>
          <a:xfrm rot="5400000">
            <a:off x="8725366" y="2025390"/>
            <a:ext cx="1287446" cy="466956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699059E-65B2-A628-1AC5-9F279593A8F5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3F2EBD-112D-0BF6-0521-4CF51334823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1F9AB83-525C-D3C9-054A-9692D0703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2711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5C985B2-05A8-393D-17C1-03CB43198F2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200" y="1940958"/>
            <a:ext cx="9572625" cy="37814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28D6EFF-2308-9279-96F4-6467FBCF505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34814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특정 미션을 선택하여 달성하도록 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*남은 시간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달성여부를 쉽게 알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C4384591-7A9D-5E6A-9E5A-CC4BC7CF177A}"/>
              </a:ext>
            </a:extLst>
          </p:cNvPr>
          <p:cNvCxnSpPr>
            <a:cxnSpLocks noGrp="1" noRot="1" noMove="1" noResize="1" noEditPoints="1" noAdjustHandles="1" noChangeArrowheads="1" noChangeShapeType="1"/>
            <a:stCxn id="6" idx="1"/>
            <a:endCxn id="5" idx="1"/>
          </p:cNvCxnSpPr>
          <p:nvPr/>
        </p:nvCxnSpPr>
        <p:spPr>
          <a:xfrm rot="10800000" flipH="1" flipV="1">
            <a:off x="738230" y="1492035"/>
            <a:ext cx="607969" cy="2339636"/>
          </a:xfrm>
          <a:prstGeom prst="bentConnector3">
            <a:avLst>
              <a:gd name="adj1" fmla="val -37601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9992C4D-DB1A-9C7F-89E4-4A3DC71D9A9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30521" y="5781464"/>
            <a:ext cx="389945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*생존인원과 확률을 위에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미선 성공 여부를 표로 깔끔하게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*색으로 달성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탈락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미완료를 구분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ABBEF8CB-D60E-017B-DF71-5F7B49717B83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687964" y="5389180"/>
            <a:ext cx="643738" cy="140830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DBA17FA-3B37-4351-0EB9-3D805002E56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68579" y="1056334"/>
            <a:ext cx="45190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기간 완료 후 성공여부와 확률을 큰화면으로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나의 그룹의 생존율도 알 수있게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AB9569A6-84AE-1566-D405-5A0985902C49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568579" y="1348721"/>
            <a:ext cx="687898" cy="983417"/>
          </a:xfrm>
          <a:prstGeom prst="bentConnector4">
            <a:avLst>
              <a:gd name="adj1" fmla="val -33232"/>
              <a:gd name="adj2" fmla="val 6486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F616677-2E7B-E535-0749-BBF34C58CB9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274371" y="5911150"/>
            <a:ext cx="2748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끝까지 성공 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선물을 제공하여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의지를 더 높힐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9C68667D-F07B-2E0B-DA9C-E1377BFBEE0B}"/>
              </a:ext>
            </a:extLst>
          </p:cNvPr>
          <p:cNvCxnSpPr>
            <a:cxnSpLocks noGrp="1" noRot="1" noMove="1" noResize="1" noEditPoints="1" noAdjustHandles="1" noChangeArrowheads="1" noChangeShapeType="1"/>
            <a:stCxn id="16" idx="3"/>
            <a:endCxn id="5" idx="3"/>
          </p:cNvCxnSpPr>
          <p:nvPr/>
        </p:nvCxnSpPr>
        <p:spPr>
          <a:xfrm flipH="1" flipV="1">
            <a:off x="10918825" y="3831671"/>
            <a:ext cx="104310" cy="2371867"/>
          </a:xfrm>
          <a:prstGeom prst="bentConnector3">
            <a:avLst>
              <a:gd name="adj1" fmla="val -219154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EF238D6-D4D8-CD8C-9313-1EC1E05CB177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971890-37D0-ED8D-89BF-51DCD983215D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5AAB3A3-2091-D573-CE70-6A0929849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6362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6D6462E-3B3A-7005-5085-FEA3BC48267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511" y="1578747"/>
            <a:ext cx="6029325" cy="47910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A4108E-9E52-DD6D-8476-1A7C37E0BD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6545" y="1966473"/>
            <a:ext cx="304566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매주 업데이트 되는 주간 리포트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*하루 전체 기록을 한번에 볼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*설정된 목표량에 따른 그날의 기록을 표로 쉽게 표시해 식단 조절이 쉬움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B4AC0F4F-9A7D-6F4A-2688-12B27A18F2B5}"/>
              </a:ext>
            </a:extLst>
          </p:cNvPr>
          <p:cNvCxnSpPr>
            <a:cxnSpLocks noGrp="1" noRot="1" noMove="1" noResize="1" noEditPoints="1" noAdjustHandles="1" noChangeArrowheads="1" noChangeShapeType="1"/>
            <a:stCxn id="6" idx="2"/>
            <a:endCxn id="4" idx="1"/>
          </p:cNvCxnSpPr>
          <p:nvPr/>
        </p:nvCxnSpPr>
        <p:spPr>
          <a:xfrm rot="16200000" flipH="1">
            <a:off x="2389646" y="2653420"/>
            <a:ext cx="930594" cy="1711135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2F336F2-CF5A-A3A5-3591-812CFF3469D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498047" y="1092186"/>
            <a:ext cx="29529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올린기록 모아보기 기능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*날짜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제목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사진을 알아보기 쉽게 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깔끔하게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*클릭 시 그날의 작성된 기록을 바로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볼 수있음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988F5AED-3D3A-3DEA-7381-BBDE55C55671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3"/>
            <a:endCxn id="4" idx="3"/>
          </p:cNvCxnSpPr>
          <p:nvPr/>
        </p:nvCxnSpPr>
        <p:spPr>
          <a:xfrm flipH="1">
            <a:off x="9739836" y="1753906"/>
            <a:ext cx="1711135" cy="2220379"/>
          </a:xfrm>
          <a:prstGeom prst="bentConnector3">
            <a:avLst>
              <a:gd name="adj1" fmla="val -1336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45816CD-3B99-9F5B-E70E-AFADEA605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619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23173" y="1702064"/>
            <a:ext cx="4927132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기록할 때마다 실시간으로 변하는 영양성분 섭취량과 남은 양을 눈에 보기 쉽게 표시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양에 대한 영양성분을 직접 기입해야하기 때문에 자동으로 기입이 되게 표현할 필요성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사진을 올릴 때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자동으로 시간이 기록되는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것을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표현하면 더 보기 쉬울것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02064"/>
            <a:ext cx="501102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사진을 크게 배치하여 주제를 쉽게 파악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그룹과 서바이벌 프로그램을 통해 다른 유저들과 공유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소통을 통해 의지 상승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설정된 목표량과 내가 이룬 양을 비교할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36A84A-1839-2048-1972-24B931EEC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1861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612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/>
          <p:nvPr/>
        </p:nvSpPr>
        <p:spPr>
          <a:xfrm>
            <a:off x="6358855" y="1454201"/>
            <a:ext cx="482366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렌즈 사용한 다이어트 앱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식단을 개별성분으로 변환해 개인의 식단에 맞춰볼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사용자의 생활습관을 수용하는 방식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497923-B763-83E1-2A6F-26065D784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7780" y="1495329"/>
            <a:ext cx="3599446" cy="3599446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59E1B70-2FE9-BAD7-C481-BB4E26956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733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1AF264-3ECE-330D-0F59-8C10020862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111248" y="1839773"/>
            <a:ext cx="6042529" cy="3847963"/>
            <a:chOff x="837391" y="0"/>
            <a:chExt cx="11325725" cy="685800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84D0539F-E506-6A28-F197-D2EEB4EABAB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7391" y="0"/>
              <a:ext cx="3840270" cy="6858000"/>
            </a:xfrm>
            <a:prstGeom prst="rect">
              <a:avLst/>
            </a:prstGeom>
          </p:spPr>
        </p:pic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02CC18F5-1686-374E-A1B6-2E7B6901FA8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4654019" y="0"/>
              <a:ext cx="7509097" cy="6858000"/>
              <a:chOff x="4677661" y="0"/>
              <a:chExt cx="7509097" cy="6858000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74201810-B872-3599-CB8C-0793D019129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677661" y="0"/>
                <a:ext cx="3759506" cy="6858000"/>
              </a:xfrm>
              <a:prstGeom prst="rect">
                <a:avLst/>
              </a:prstGeom>
            </p:spPr>
          </p:pic>
          <p:pic>
            <p:nvPicPr>
              <p:cNvPr id="14" name="그림 13" descr="텍스트이(가) 표시된 사진&#10;&#10;자동 생성된 설명">
                <a:extLst>
                  <a:ext uri="{FF2B5EF4-FFF2-40B4-BE49-F238E27FC236}">
                    <a16:creationId xmlns:a16="http://schemas.microsoft.com/office/drawing/2014/main" id="{5BA179FA-7912-13EB-8D9C-C93F4857D0E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30444" y="0"/>
                <a:ext cx="3756314" cy="6858000"/>
              </a:xfrm>
              <a:prstGeom prst="rect">
                <a:avLst/>
              </a:prstGeom>
            </p:spPr>
          </p:pic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F34F69-6A43-CE2B-9403-869FDD7131F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941665"/>
            <a:ext cx="41059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*목표입력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선호 와 제한식단 추가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*채식 식단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당뇨예방 식단 등 다양한 식단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59284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식단계획을 세워줌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그림으로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86117" y="1164459"/>
            <a:ext cx="3801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 계획과 쇼핑리스트를 입력할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2257695" y="1864804"/>
            <a:ext cx="1205433" cy="1021148"/>
          </a:xfrm>
          <a:prstGeom prst="bentConnector3">
            <a:avLst>
              <a:gd name="adj1" fmla="val 99411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5400000" flipH="1" flipV="1">
            <a:off x="3166146" y="2755857"/>
            <a:ext cx="1207907" cy="4353631"/>
          </a:xfrm>
          <a:prstGeom prst="bentConnector4">
            <a:avLst>
              <a:gd name="adj1" fmla="val -71707"/>
              <a:gd name="adj2" fmla="val 100537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8186117" y="1456847"/>
            <a:ext cx="643348" cy="1209846"/>
          </a:xfrm>
          <a:prstGeom prst="bentConnector4">
            <a:avLst>
              <a:gd name="adj1" fmla="val -35533"/>
              <a:gd name="adj2" fmla="val 62084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872456-0790-341F-C149-7D74F9A8B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09790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그룹 19">
            <a:extLst>
              <a:ext uri="{FF2B5EF4-FFF2-40B4-BE49-F238E27FC236}">
                <a16:creationId xmlns:a16="http://schemas.microsoft.com/office/drawing/2014/main" id="{981A16E2-5313-05F8-53EF-A5E170D8F593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602099" y="1993392"/>
            <a:ext cx="8829465" cy="4395831"/>
            <a:chOff x="0" y="0"/>
            <a:chExt cx="11381736" cy="6858000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E7536CC3-04D6-71B3-44AD-E484885D193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3828829" cy="6858000"/>
            </a:xfrm>
            <a:prstGeom prst="rect">
              <a:avLst/>
            </a:prstGeom>
          </p:spPr>
        </p:pic>
        <p:pic>
          <p:nvPicPr>
            <p:cNvPr id="12" name="그림 11" descr="텍스트이(가) 표시된 사진&#10;&#10;자동 생성된 설명">
              <a:extLst>
                <a:ext uri="{FF2B5EF4-FFF2-40B4-BE49-F238E27FC236}">
                  <a16:creationId xmlns:a16="http://schemas.microsoft.com/office/drawing/2014/main" id="{54703F62-8BCB-EE79-7790-715E4A1AD10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08178" y="0"/>
              <a:ext cx="3782101" cy="6858000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5E37634B-1D3E-E9BF-422E-A7F9CB588906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90279" y="0"/>
              <a:ext cx="3791457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1095824"/>
            <a:ext cx="41059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*나의 체질에 맞는 다양한 조리법을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05297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개인화된 영양계획을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검색하고 필터링 가능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*섭취량과 목표량을 보기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쉽게 수치화해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86117" y="1164459"/>
            <a:ext cx="3801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*나에게 가장 적합한 음식을 검색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재료별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레시피 별로 나뉘어짐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1959150" y="2071286"/>
            <a:ext cx="1795524" cy="1014150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5400000" flipH="1" flipV="1">
            <a:off x="3093058" y="2559011"/>
            <a:ext cx="1454128" cy="4993543"/>
          </a:xfrm>
          <a:prstGeom prst="bentConnector4">
            <a:avLst>
              <a:gd name="adj1" fmla="val -15721"/>
              <a:gd name="adj2" fmla="val 60278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16200000" flipH="1">
            <a:off x="9760270" y="2075957"/>
            <a:ext cx="1136580" cy="48313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0A0A1B0-704D-489A-9325-B845291D5F0C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20116F-E198-88DB-6745-4F1E85312F2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DC386DE-F50F-3B02-B594-9B2089457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7975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그룹 13">
            <a:extLst>
              <a:ext uri="{FF2B5EF4-FFF2-40B4-BE49-F238E27FC236}">
                <a16:creationId xmlns:a16="http://schemas.microsoft.com/office/drawing/2014/main" id="{207580FB-F7D3-1E75-D8A3-D48EE4FD0D51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245593" y="1388211"/>
            <a:ext cx="5294399" cy="5028216"/>
            <a:chOff x="913454" y="47123"/>
            <a:chExt cx="7274882" cy="6858000"/>
          </a:xfrm>
        </p:grpSpPr>
        <p:pic>
          <p:nvPicPr>
            <p:cNvPr id="5" name="그림 4" descr="텍스트이(가) 표시된 사진&#10;&#10;자동 생성된 설명">
              <a:extLst>
                <a:ext uri="{FF2B5EF4-FFF2-40B4-BE49-F238E27FC236}">
                  <a16:creationId xmlns:a16="http://schemas.microsoft.com/office/drawing/2014/main" id="{039901C2-415B-48EE-EED9-A56FB8C8E084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87836" y="47123"/>
              <a:ext cx="4000500" cy="6858000"/>
            </a:xfrm>
            <a:prstGeom prst="rect">
              <a:avLst/>
            </a:prstGeom>
          </p:spPr>
        </p:pic>
        <p:pic>
          <p:nvPicPr>
            <p:cNvPr id="10" name="그림 9" descr="텍스트이(가) 표시된 사진&#10;&#10;자동 생성된 설명">
              <a:extLst>
                <a:ext uri="{FF2B5EF4-FFF2-40B4-BE49-F238E27FC236}">
                  <a16:creationId xmlns:a16="http://schemas.microsoft.com/office/drawing/2014/main" id="{EAC1D7A2-F3E2-9717-E44F-71D60CC416C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3454" y="47123"/>
              <a:ext cx="3276600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1926053"/>
            <a:ext cx="275672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*식단 이미지에서 식단정보 추출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GPS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이용자의 위치를 파악해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화면에 나타냄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*증강현실과 결합해 메뉴스캔시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영양정보를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5805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 표로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*나에게 맞는 음식인지 알려줌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806903" y="1770336"/>
            <a:ext cx="29114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*식당의 메뉴판을 스캔하여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AI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활용해 나의 체질에 맞는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가장 좋은 메뉴를 골라준다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5400000" flipH="1" flipV="1">
            <a:off x="1972559" y="1493848"/>
            <a:ext cx="1458313" cy="2052975"/>
          </a:xfrm>
          <a:prstGeom prst="bentConnector4">
            <a:avLst>
              <a:gd name="adj1" fmla="val -15676"/>
              <a:gd name="adj2" fmla="val 8357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  <a:endCxn id="21" idx="1"/>
          </p:cNvCxnSpPr>
          <p:nvPr/>
        </p:nvCxnSpPr>
        <p:spPr>
          <a:xfrm rot="16200000" flipH="1">
            <a:off x="2213982" y="4663566"/>
            <a:ext cx="464443" cy="1718119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5400000">
            <a:off x="9301008" y="1840319"/>
            <a:ext cx="200592" cy="1722621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AA0028A0-A0FB-10B0-644F-9C3191D7BBB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05263" y="5192785"/>
            <a:ext cx="5142452" cy="1124125"/>
          </a:xfrm>
          <a:prstGeom prst="roundRect">
            <a:avLst/>
          </a:prstGeom>
          <a:noFill/>
          <a:ln w="57150">
            <a:solidFill>
              <a:srgbClr val="6D8CA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pic>
        <p:nvPicPr>
          <p:cNvPr id="31" name="그림 30" descr="텍스트이(가) 표시된 사진&#10;&#10;자동 생성된 설명">
            <a:extLst>
              <a:ext uri="{FF2B5EF4-FFF2-40B4-BE49-F238E27FC236}">
                <a16:creationId xmlns:a16="http://schemas.microsoft.com/office/drawing/2014/main" id="{74998BE1-E729-FF4E-4620-85E9CE7D4A6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0007" y="3731102"/>
            <a:ext cx="2838450" cy="1600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FC731DE-6A9B-4683-F716-B03CAED6647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A6DD64-DE98-3A84-AA51-C162D0EF910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1ED74BC-A998-B66B-0A2E-1058A25F2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4979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지도이(가) 표시된 사진&#10;&#10;자동 생성된 설명">
            <a:extLst>
              <a:ext uri="{FF2B5EF4-FFF2-40B4-BE49-F238E27FC236}">
                <a16:creationId xmlns:a16="http://schemas.microsoft.com/office/drawing/2014/main" id="{C80165E2-A222-CFF0-0952-FCDE7204DAA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3593" y="1483107"/>
            <a:ext cx="5729534" cy="481481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8153" y="2280345"/>
            <a:ext cx="275672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GPS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이용자의 위치를 파악해  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지도에 표시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내 체질에 맞는 주변 식당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분석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후 추천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8153" y="4625557"/>
            <a:ext cx="288933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식당 클릭시 나에게 맞는 메뉴의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영양정보를 수치화 해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메뉴 이름과 가격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수치를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보기 쉽게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783126" y="2122674"/>
            <a:ext cx="34731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사용하면서 쌓인 데이터를 분석하여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이용자에게 더 적합한 맟춤형 식당 제공</a:t>
            </a: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2835989" y="2148092"/>
            <a:ext cx="224536" cy="2643478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16200000" flipH="1">
            <a:off x="2574751" y="4820842"/>
            <a:ext cx="43675" cy="1807540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5400000">
            <a:off x="9294563" y="1929107"/>
            <a:ext cx="446816" cy="2003500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57A23D0-F2F7-938A-9ADC-81D79FA75EC6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EAD098-A71D-C929-10F9-88231BB5360D}"/>
              </a:ext>
            </a:extLst>
          </p:cNvPr>
          <p:cNvSpPr txBox="1">
            <a:spLocks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44E864D-1B25-F7D1-1D19-9ED1BD1EF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453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48341" y="1781372"/>
            <a:ext cx="5142446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BMI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를 연동해 더 정확한 내 영양정보를 입력할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필요가 있음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메뉴판 스캔시 위치와 메뉴별 내 체질에 맞는지 여부 알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영양정보를 표로 제공해 한눈에 보기 쉬움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69176"/>
            <a:ext cx="492713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식단계획을 세워줌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수치화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나의 체질에 맞는 다양한 재료와 조리법 제공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활용해 메뉴스캔시 영양정보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위치 제공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E7A0E5-7D94-2131-E6FC-07AB756A6813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FA0F9E-5E35-9FB9-A621-FD48FAC1754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F852E51-86E6-1E97-94BE-C10615FF1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1031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64012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r>
              <a:rPr lang="ko-KR" altLang="en-US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en-US" altLang="ko-KR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3B3678-729F-5A63-13E1-434F98218CBB}"/>
              </a:ext>
            </a:extLst>
          </p:cNvPr>
          <p:cNvSpPr txBox="1"/>
          <p:nvPr/>
        </p:nvSpPr>
        <p:spPr>
          <a:xfrm>
            <a:off x="5368954" y="2091765"/>
            <a:ext cx="594162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10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억 회 이상 다운로드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건강관리 및 헬스 서비스를 지원하는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라이프로깅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플랫폼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확인 가능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A76BA36-31E4-F0C8-7D38-DB433307F93B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26" y="2091765"/>
            <a:ext cx="3443287" cy="3070170"/>
          </a:xfrm>
          <a:prstGeom prst="rect">
            <a:avLst/>
          </a:prstGeom>
        </p:spPr>
      </p:pic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D7BD559-5F65-B763-BBF0-F7671C460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5036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FF692727-6D85-371F-7C4D-E06D1D02350E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5463953" cy="3778231"/>
            <a:chOff x="741527" y="1489045"/>
            <a:chExt cx="5463953" cy="3778231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C34E1870-6EB4-9917-DCA4-13843040A770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741527" y="1489045"/>
              <a:ext cx="2545508" cy="3527571"/>
              <a:chOff x="741527" y="1489045"/>
              <a:chExt cx="2545508" cy="3527571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CA376841-4969-9C3E-68C3-ACD70871DEC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41527" y="1489045"/>
                <a:ext cx="2545508" cy="3527571"/>
              </a:xfrm>
              <a:prstGeom prst="rect">
                <a:avLst/>
              </a:prstGeom>
            </p:spPr>
          </p:pic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440B3EAB-1DA1-AB8E-81B0-9505431F458F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1" y="1937857"/>
                <a:ext cx="526639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EDF95C5B-BCC1-442D-7FB4-597CBA6BDA22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2" y="2923043"/>
                <a:ext cx="451138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C9195E59-D02E-BD23-7B21-1CBC67CE5AD8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84434" y="3693791"/>
                <a:ext cx="325302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0C80840C-3835-AD04-8DA0-708F35BCDEAF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9" idx="3"/>
              <a:endCxn id="24" idx="1"/>
            </p:cNvCxnSpPr>
            <p:nvPr/>
          </p:nvCxnSpPr>
          <p:spPr>
            <a:xfrm>
              <a:off x="1427850" y="2038525"/>
              <a:ext cx="2232122" cy="300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BDA25A8-9673-A0E2-A9B4-3D089F9D9CDD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1687586"/>
              <a:ext cx="254550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걸음 수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활동시간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 칼로리 등 확인 가능</a:t>
              </a:r>
            </a:p>
          </p:txBody>
        </p:sp>
        <p:cxnSp>
          <p:nvCxnSpPr>
            <p:cNvPr id="27" name="직선 화살표 연결선 26">
              <a:extLst>
                <a:ext uri="{FF2B5EF4-FFF2-40B4-BE49-F238E27FC236}">
                  <a16:creationId xmlns:a16="http://schemas.microsoft.com/office/drawing/2014/main" id="{DE471C82-5FC1-97C9-A77E-89B144E68569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0" idx="3"/>
              <a:endCxn id="29" idx="1"/>
            </p:cNvCxnSpPr>
            <p:nvPr/>
          </p:nvCxnSpPr>
          <p:spPr>
            <a:xfrm>
              <a:off x="1352350" y="3023711"/>
              <a:ext cx="2307622" cy="1429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A4E1A6-3418-BFA9-05A7-4E3BC2DE19B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2684063"/>
              <a:ext cx="233815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기록된 걸음 수와 평균 걸음 수 비교 가능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9D55AEB-FCF7-54A8-0640-57B622F73961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4251613"/>
              <a:ext cx="2545508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걷기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달리기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자전거 타기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근력운동 기구 등 운동할 종목 선택 후 기록</a:t>
              </a:r>
            </a:p>
          </p:txBody>
        </p:sp>
        <p:cxnSp>
          <p:nvCxnSpPr>
            <p:cNvPr id="38" name="연결선: 꺾임 37">
              <a:extLst>
                <a:ext uri="{FF2B5EF4-FFF2-40B4-BE49-F238E27FC236}">
                  <a16:creationId xmlns:a16="http://schemas.microsoft.com/office/drawing/2014/main" id="{0B155983-8681-57FE-F813-F650B68136C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2"/>
              <a:endCxn id="30" idx="1"/>
            </p:cNvCxnSpPr>
            <p:nvPr/>
          </p:nvCxnSpPr>
          <p:spPr>
            <a:xfrm rot="16200000" flipH="1">
              <a:off x="1921369" y="3020841"/>
              <a:ext cx="864319" cy="261288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2FBC53B2-7EEE-CF3A-9CAB-88C85135BD20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216162" y="1362305"/>
            <a:ext cx="9375076" cy="5036603"/>
            <a:chOff x="2216162" y="1362305"/>
            <a:chExt cx="9375076" cy="5036603"/>
          </a:xfrm>
        </p:grpSpPr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1B6AF8D6-4F12-D065-8256-2827042A18C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6375034" y="1362305"/>
              <a:ext cx="5216204" cy="3654312"/>
              <a:chOff x="6375034" y="1362305"/>
              <a:chExt cx="5216204" cy="3654312"/>
            </a:xfrm>
          </p:grpSpPr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2AA3A336-E914-267C-5EE2-E7A1EA5F88C8}"/>
                  </a:ext>
                </a:extLst>
              </p:cNvPr>
              <p:cNvGrpSpPr>
                <a:grpSpLocks noGrp="1" noUngrp="1" noRot="1" noMove="1" noResize="1"/>
              </p:cNvGrpSpPr>
              <p:nvPr/>
            </p:nvGrpSpPr>
            <p:grpSpPr>
              <a:xfrm>
                <a:off x="6375034" y="1489045"/>
                <a:ext cx="2191627" cy="3527572"/>
                <a:chOff x="6375034" y="1489045"/>
                <a:chExt cx="2191627" cy="3527572"/>
              </a:xfrm>
            </p:grpSpPr>
            <p:pic>
              <p:nvPicPr>
                <p:cNvPr id="18" name="그림 17">
                  <a:extLst>
                    <a:ext uri="{FF2B5EF4-FFF2-40B4-BE49-F238E27FC236}">
                      <a16:creationId xmlns:a16="http://schemas.microsoft.com/office/drawing/2014/main" id="{AF4EE3CB-22C6-BEA1-D118-F83BD7982891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 noCrop="1"/>
                </p:cNvPicPr>
                <p:nvPr/>
              </p:nvPicPr>
              <p:blipFill>
                <a:blip r:embed="rId3" cstate="screen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375034" y="1489045"/>
                  <a:ext cx="2191627" cy="3527572"/>
                </a:xfrm>
                <a:prstGeom prst="rect">
                  <a:avLst/>
                </a:prstGeom>
              </p:spPr>
            </p:pic>
            <p:sp>
              <p:nvSpPr>
                <p:cNvPr id="13" name="직사각형 12">
                  <a:extLst>
                    <a:ext uri="{FF2B5EF4-FFF2-40B4-BE49-F238E27FC236}">
                      <a16:creationId xmlns:a16="http://schemas.microsoft.com/office/drawing/2014/main" id="{ED7194EE-9B9B-FB8E-1975-23FB7DB36A1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161558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4" name="직사각형 13">
                  <a:extLst>
                    <a:ext uri="{FF2B5EF4-FFF2-40B4-BE49-F238E27FC236}">
                      <a16:creationId xmlns:a16="http://schemas.microsoft.com/office/drawing/2014/main" id="{050CF162-C50C-5D69-53E6-ED37D141627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26931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5" name="직사각형 14">
                  <a:extLst>
                    <a:ext uri="{FF2B5EF4-FFF2-40B4-BE49-F238E27FC236}">
                      <a16:creationId xmlns:a16="http://schemas.microsoft.com/office/drawing/2014/main" id="{32C5BF47-E79F-7705-A775-D356781934F8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923042"/>
                  <a:ext cx="62590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A2EA72B2-5618-0D66-D5DA-D715148BBA81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3705552"/>
                  <a:ext cx="22323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</p:grpSp>
          <p:cxnSp>
            <p:nvCxnSpPr>
              <p:cNvPr id="45" name="직선 화살표 연결선 44">
                <a:extLst>
                  <a:ext uri="{FF2B5EF4-FFF2-40B4-BE49-F238E27FC236}">
                    <a16:creationId xmlns:a16="http://schemas.microsoft.com/office/drawing/2014/main" id="{CF9B5D4B-1750-BDF2-9C0E-9DFD969E84F5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3" idx="3"/>
                <a:endCxn id="46" idx="1"/>
              </p:cNvCxnSpPr>
              <p:nvPr/>
            </p:nvCxnSpPr>
            <p:spPr>
              <a:xfrm flipV="1">
                <a:off x="6808228" y="1716248"/>
                <a:ext cx="2237502" cy="1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999931C-EEA0-C13D-C941-4D1CB9512D8F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1362305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먹은 음식 기록 및 성분 확인 가능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40A7A4F-CD67-FD7F-A377-ABE41FFCF9E4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2391366"/>
                <a:ext cx="2404743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수면 기록을 통해 수면 패턴 확인</a:t>
                </a:r>
              </a:p>
            </p:txBody>
          </p:sp>
          <p:cxnSp>
            <p:nvCxnSpPr>
              <p:cNvPr id="51" name="연결선: 꺾임 50">
                <a:extLst>
                  <a:ext uri="{FF2B5EF4-FFF2-40B4-BE49-F238E27FC236}">
                    <a16:creationId xmlns:a16="http://schemas.microsoft.com/office/drawing/2014/main" id="{22807512-1D94-C456-F206-B80054E8FBD9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4" idx="2"/>
                <a:endCxn id="50" idx="1"/>
              </p:cNvCxnSpPr>
              <p:nvPr/>
            </p:nvCxnSpPr>
            <p:spPr>
              <a:xfrm rot="16200000" flipH="1">
                <a:off x="7708322" y="1407900"/>
                <a:ext cx="274663" cy="2400153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1F09727-DB51-500E-3EE1-77CA019D0C4A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29" y="3199001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체중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 err="1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골격근량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체지방률 입력 및 목표 설정</a:t>
                </a:r>
              </a:p>
            </p:txBody>
          </p:sp>
          <p:cxnSp>
            <p:nvCxnSpPr>
              <p:cNvPr id="57" name="연결선: 꺾임 56">
                <a:extLst>
                  <a:ext uri="{FF2B5EF4-FFF2-40B4-BE49-F238E27FC236}">
                    <a16:creationId xmlns:a16="http://schemas.microsoft.com/office/drawing/2014/main" id="{C40FE7A5-7F7E-00C6-9294-7589E01E8B3B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5" idx="2"/>
                <a:endCxn id="56" idx="1"/>
              </p:cNvCxnSpPr>
              <p:nvPr/>
            </p:nvCxnSpPr>
            <p:spPr>
              <a:xfrm rot="16200000" flipH="1">
                <a:off x="7706521" y="2213735"/>
                <a:ext cx="428567" cy="2249849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D9C18AB-2334-6BF1-B8FA-424418CB8ABB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29603" y="4080358"/>
                <a:ext cx="240474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오늘 마신 물 입력</a:t>
                </a:r>
              </a:p>
            </p:txBody>
          </p:sp>
          <p:cxnSp>
            <p:nvCxnSpPr>
              <p:cNvPr id="62" name="연결선: 꺾임 61">
                <a:extLst>
                  <a:ext uri="{FF2B5EF4-FFF2-40B4-BE49-F238E27FC236}">
                    <a16:creationId xmlns:a16="http://schemas.microsoft.com/office/drawing/2014/main" id="{31F08870-873A-F148-687E-57FE96A502BC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6" idx="2"/>
                <a:endCxn id="61" idx="1"/>
              </p:cNvCxnSpPr>
              <p:nvPr/>
            </p:nvCxnSpPr>
            <p:spPr>
              <a:xfrm rot="16200000" flipH="1">
                <a:off x="7625311" y="2876121"/>
                <a:ext cx="373526" cy="2435058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8" name="연결선: 꺾임 67">
              <a:extLst>
                <a:ext uri="{FF2B5EF4-FFF2-40B4-BE49-F238E27FC236}">
                  <a16:creationId xmlns:a16="http://schemas.microsoft.com/office/drawing/2014/main" id="{080BB5C6-10C4-21D0-7138-B2315C57A9D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69" idx="2"/>
              <a:endCxn id="74" idx="3"/>
            </p:cNvCxnSpPr>
            <p:nvPr/>
          </p:nvCxnSpPr>
          <p:spPr>
            <a:xfrm rot="5400000">
              <a:off x="5425221" y="4420446"/>
              <a:ext cx="1182237" cy="237457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21AB5940-7AD6-B7AB-5295-61BF28C7576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024942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3A85DE28-774E-DC22-B087-D95B038B727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551865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08CD6537-E55F-D7EA-9738-0041F4778148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16162" y="5998798"/>
              <a:ext cx="261288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다른 사용자와 대결 가능</a:t>
              </a:r>
            </a:p>
          </p:txBody>
        </p:sp>
        <p:cxnSp>
          <p:nvCxnSpPr>
            <p:cNvPr id="80" name="연결선: 꺾임 79">
              <a:extLst>
                <a:ext uri="{FF2B5EF4-FFF2-40B4-BE49-F238E27FC236}">
                  <a16:creationId xmlns:a16="http://schemas.microsoft.com/office/drawing/2014/main" id="{3C925E1A-6362-6F40-5A9C-7AADDEEA2CB0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71" idx="2"/>
              <a:endCxn id="81" idx="1"/>
            </p:cNvCxnSpPr>
            <p:nvPr/>
          </p:nvCxnSpPr>
          <p:spPr>
            <a:xfrm rot="16200000" flipH="1">
              <a:off x="7357028" y="5390137"/>
              <a:ext cx="984889" cy="237845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B33735B6-C191-3BF9-953B-02502B2AC49C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968395" y="5647562"/>
              <a:ext cx="261288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건강과 관련된 다양한 서비스 제공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949D3A8-A9F5-26AD-3B5D-DE9A9B8970E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64943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BD351C-3C30-9E63-383D-71D3F7A10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9499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70776CF5-3BD4-BADD-5A00-D90D6D54EBF6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4861263" cy="3527573"/>
            <a:chOff x="741527" y="1489045"/>
            <a:chExt cx="4861263" cy="3527573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8E50DEF-9AA9-783D-8566-10B9C175F1B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1527" y="1489045"/>
              <a:ext cx="2128989" cy="3527573"/>
            </a:xfrm>
            <a:prstGeom prst="rect">
              <a:avLst/>
            </a:prstGeom>
          </p:spPr>
        </p:pic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4491DF13-82AF-190A-2C10-9A2930F5D886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3"/>
              <a:endCxn id="19" idx="1"/>
            </p:cNvCxnSpPr>
            <p:nvPr/>
          </p:nvCxnSpPr>
          <p:spPr>
            <a:xfrm>
              <a:off x="2768367" y="2549461"/>
              <a:ext cx="496267" cy="1194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29141251-BD00-BCF6-9801-D150B30AC58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419378" y="2428739"/>
              <a:ext cx="348989" cy="24144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342A223-90B1-8D99-CFEE-946BC4ECE07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10018" y="2759978"/>
              <a:ext cx="587230" cy="177963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4574829-D1DA-F7BB-B587-E4E88C6BA47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3646" y="3495540"/>
              <a:ext cx="432194" cy="187228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8706534E-3BCA-FF34-8474-5F8A745D4E4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5" idx="3"/>
              <a:endCxn id="20" idx="1"/>
            </p:cNvCxnSpPr>
            <p:nvPr/>
          </p:nvCxnSpPr>
          <p:spPr>
            <a:xfrm flipV="1">
              <a:off x="1275840" y="3588956"/>
              <a:ext cx="1988794" cy="19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51FDD69-5668-CD6B-BDC8-940EF0B0A39B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2361350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성별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키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체중 등 설정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94C6B08-2D0E-A1BF-1069-300B2AC04C2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3388901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주간 분석 데이터 제공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5BA0D497-F3D9-AFC2-7E04-ABB9CD74A1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1489045"/>
            <a:ext cx="5019413" cy="3527574"/>
            <a:chOff x="6096000" y="1489045"/>
            <a:chExt cx="5019413" cy="3527574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09CB8F11-BA9D-840C-976F-5B8FD61519BD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96000" y="1489045"/>
              <a:ext cx="2005571" cy="3527574"/>
            </a:xfrm>
            <a:prstGeom prst="rect">
              <a:avLst/>
            </a:prstGeom>
          </p:spPr>
        </p:pic>
        <p:cxnSp>
          <p:nvCxnSpPr>
            <p:cNvPr id="26" name="직선 화살표 연결선 25">
              <a:extLst>
                <a:ext uri="{FF2B5EF4-FFF2-40B4-BE49-F238E27FC236}">
                  <a16:creationId xmlns:a16="http://schemas.microsoft.com/office/drawing/2014/main" id="{78AAB426-0AED-3CAA-F327-A9645729133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27" idx="3"/>
              <a:endCxn id="28" idx="1"/>
            </p:cNvCxnSpPr>
            <p:nvPr/>
          </p:nvCxnSpPr>
          <p:spPr>
            <a:xfrm flipV="1">
              <a:off x="8011486" y="2670182"/>
              <a:ext cx="454879" cy="112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BC95CD7-4BBF-8AB0-77B4-BCD2CCEA8F4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94980" y="1492064"/>
              <a:ext cx="1816506" cy="235848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63D233E-D4B3-7D88-4A8B-EE17478954AE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2470127"/>
              <a:ext cx="26490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각종 기록 한 눈에 확인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cxnSp>
          <p:nvCxnSpPr>
            <p:cNvPr id="34" name="직선 화살표 연결선 33">
              <a:extLst>
                <a:ext uri="{FF2B5EF4-FFF2-40B4-BE49-F238E27FC236}">
                  <a16:creationId xmlns:a16="http://schemas.microsoft.com/office/drawing/2014/main" id="{4C471BBE-12E2-DE44-4529-398FFBBCD537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35" idx="3"/>
              <a:endCxn id="36" idx="1"/>
            </p:cNvCxnSpPr>
            <p:nvPr/>
          </p:nvCxnSpPr>
          <p:spPr>
            <a:xfrm flipV="1">
              <a:off x="6451134" y="4159595"/>
              <a:ext cx="2015231" cy="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D8361C5B-6ADC-DED7-5C03-FBC6596F0B98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76729" y="4065973"/>
              <a:ext cx="274405" cy="187245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7BEBF8F-8BE3-41B7-44AF-2BEB0FF3A16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3959540"/>
              <a:ext cx="244771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기록에 따라 배지 획득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5BDC8ED-3A46-71A1-C16D-371393581B6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64943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E795272-300C-9DB3-E965-1C82C09DA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0056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0422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삼성헬스케어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448340" y="1781372"/>
            <a:ext cx="5042241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모바일 유저는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체성분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BMI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지수 직접 입력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800100" lvl="1" indent="-342900">
              <a:buFontTx/>
              <a:buChar char="-"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부정확한 정보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800100" lvl="1" indent="-342900">
              <a:buFontTx/>
              <a:buChar char="-"/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다양한 음식 성분을 검색을 통해 확인 가능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1214" y="1769176"/>
            <a:ext cx="467546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갤럭시워치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5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사용자는 </a:t>
            </a:r>
            <a:r>
              <a:rPr lang="ko-KR" altLang="en-US" sz="2000" dirty="0" err="1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</a:t>
            </a: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en-US" altLang="ko-KR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BMI</a:t>
            </a: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지수 측정 기능 포함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투게더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피트니스 기능으로 다양하게 건강 관리 가능</a:t>
            </a:r>
            <a:b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</a:b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매일 건강 기록 확인 가능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불확실한 칼로리 소모량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70AB6F-DDAD-98E5-05F6-CEFF06FCB9C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74532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DF906F3-1AA0-95CD-74E0-C8EE9931E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6606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27549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4.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목표 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9742D1A6-E7F3-4E84-9CDB-BF483BDD38B5}"/>
              </a:ext>
            </a:extLst>
          </p:cNvPr>
          <p:cNvCxnSpPr/>
          <p:nvPr/>
        </p:nvCxnSpPr>
        <p:spPr>
          <a:xfrm>
            <a:off x="1046180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5F729412-9112-4DCB-A429-D645A9C6FCE2}"/>
              </a:ext>
            </a:extLst>
          </p:cNvPr>
          <p:cNvCxnSpPr/>
          <p:nvPr/>
        </p:nvCxnSpPr>
        <p:spPr>
          <a:xfrm>
            <a:off x="3710583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8A5DFFCE-4A81-4FD3-B342-6726CD12DD5D}"/>
              </a:ext>
            </a:extLst>
          </p:cNvPr>
          <p:cNvCxnSpPr/>
          <p:nvPr/>
        </p:nvCxnSpPr>
        <p:spPr>
          <a:xfrm>
            <a:off x="6374986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EBA72BCD-F717-4443-92F7-ABE5A7BB32FC}"/>
              </a:ext>
            </a:extLst>
          </p:cNvPr>
          <p:cNvCxnSpPr/>
          <p:nvPr/>
        </p:nvCxnSpPr>
        <p:spPr>
          <a:xfrm>
            <a:off x="9039389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B0DD473D-626F-4DC6-A648-3BFCC6B4AF47}"/>
              </a:ext>
            </a:extLst>
          </p:cNvPr>
          <p:cNvSpPr txBox="1"/>
          <p:nvPr/>
        </p:nvSpPr>
        <p:spPr>
          <a:xfrm flipH="1">
            <a:off x="889747" y="1558487"/>
            <a:ext cx="24880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001</a:t>
            </a:r>
            <a:endParaRPr lang="ko-KR" altLang="en-US" sz="20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404A3D-C925-4422-B36F-7ADEB3EAF66A}"/>
              </a:ext>
            </a:extLst>
          </p:cNvPr>
          <p:cNvSpPr txBox="1"/>
          <p:nvPr/>
        </p:nvSpPr>
        <p:spPr>
          <a:xfrm flipH="1">
            <a:off x="3505799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002</a:t>
            </a:r>
            <a:endParaRPr lang="ko-KR" altLang="en-US" sz="2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A0000D-7E54-4A27-84C9-D2E4F33159A4}"/>
              </a:ext>
            </a:extLst>
          </p:cNvPr>
          <p:cNvSpPr txBox="1"/>
          <p:nvPr/>
        </p:nvSpPr>
        <p:spPr>
          <a:xfrm flipH="1">
            <a:off x="6121851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003</a:t>
            </a:r>
            <a:endParaRPr lang="ko-KR" altLang="en-US" sz="2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73FE2E-63C9-4C75-B7D8-DECD7FFAFFB3}"/>
              </a:ext>
            </a:extLst>
          </p:cNvPr>
          <p:cNvSpPr txBox="1"/>
          <p:nvPr/>
        </p:nvSpPr>
        <p:spPr>
          <a:xfrm flipH="1">
            <a:off x="8737903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004</a:t>
            </a:r>
            <a:endParaRPr lang="ko-KR" altLang="en-US" sz="2000" b="1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20F1523-9CAD-4C27-A816-6A3DB5808645}"/>
              </a:ext>
            </a:extLst>
          </p:cNvPr>
          <p:cNvSpPr/>
          <p:nvPr/>
        </p:nvSpPr>
        <p:spPr>
          <a:xfrm>
            <a:off x="805841" y="1971955"/>
            <a:ext cx="2519028" cy="335870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음식 성분 확인 기능 구현</a:t>
            </a:r>
            <a:endParaRPr lang="en-US" altLang="ko-KR" sz="2000" dirty="0">
              <a:solidFill>
                <a:schemeClr val="accent4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5DFD22B-A591-4CCA-B629-F891C787C026}"/>
              </a:ext>
            </a:extLst>
          </p:cNvPr>
          <p:cNvSpPr/>
          <p:nvPr/>
        </p:nvSpPr>
        <p:spPr>
          <a:xfrm>
            <a:off x="3470244" y="1971955"/>
            <a:ext cx="2519028" cy="33587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내가 먹은 양만큼 음식 성분 계산 및 기록 기능 구현</a:t>
            </a:r>
            <a:endParaRPr lang="en-US" altLang="ko-KR" sz="2000" dirty="0">
              <a:solidFill>
                <a:schemeClr val="bg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bg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B34BCCA-2631-4478-B26A-D30B20B83E90}"/>
              </a:ext>
            </a:extLst>
          </p:cNvPr>
          <p:cNvSpPr/>
          <p:nvPr/>
        </p:nvSpPr>
        <p:spPr>
          <a:xfrm>
            <a:off x="6134647" y="1971955"/>
            <a:ext cx="2519028" cy="335870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err="1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Inbody</a:t>
            </a:r>
            <a:r>
              <a:rPr lang="en-US" altLang="ko-KR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Cloud Server </a:t>
            </a:r>
            <a:r>
              <a:rPr lang="ko-KR" altLang="en-US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연동 구현</a:t>
            </a:r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721A97E-197F-4022-8947-CAF47AC231A8}"/>
              </a:ext>
            </a:extLst>
          </p:cNvPr>
          <p:cNvSpPr/>
          <p:nvPr/>
        </p:nvSpPr>
        <p:spPr>
          <a:xfrm>
            <a:off x="8799050" y="1971955"/>
            <a:ext cx="2519028" cy="335870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solidFill>
                  <a:schemeClr val="tx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체성분에 따라 필요한 섭취량 조절 기능 구현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E34243B-0159-B3C6-45A9-70E5FB00F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9576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31472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5.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환경 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4584462D-D1AA-4646-A16C-37BE2E5E4952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 rot="5400000">
            <a:off x="200615" y="1698501"/>
            <a:ext cx="5855412" cy="4313486"/>
            <a:chOff x="3141134" y="1907446"/>
            <a:chExt cx="5855412" cy="3600000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A81C7FE2-5A76-4C1A-8F4E-BBD5A32DB97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41134" y="1907446"/>
              <a:ext cx="3600000" cy="3600000"/>
            </a:xfrm>
            <a:prstGeom prst="ellips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69B8532-74A5-4C9C-9F0F-AFCC184D849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396546" y="1907446"/>
              <a:ext cx="3600000" cy="3600000"/>
            </a:xfrm>
            <a:prstGeom prst="ellipse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A7034D5-42A8-4241-9D66-9B53239DB21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554766" y="1036670"/>
            <a:ext cx="1096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>
                <a:solidFill>
                  <a:schemeClr val="accent2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</a:t>
            </a:r>
            <a:r>
              <a:rPr lang="en-US" altLang="ko-KR">
                <a:solidFill>
                  <a:schemeClr val="accent2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/</a:t>
            </a:r>
            <a:r>
              <a:rPr lang="ko-KR" altLang="en-US">
                <a:solidFill>
                  <a:schemeClr val="accent2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실행</a:t>
            </a:r>
            <a:endParaRPr lang="ko-KR" altLang="en-US" dirty="0">
              <a:solidFill>
                <a:schemeClr val="accent2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7AEC74DB-E28A-0258-BCAB-3ABC1BF110B7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 rot="16200000">
            <a:off x="6111221" y="1578292"/>
            <a:ext cx="5855412" cy="4521244"/>
            <a:chOff x="3141134" y="1907446"/>
            <a:chExt cx="5855412" cy="3600000"/>
          </a:xfrm>
        </p:grpSpPr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4226F056-6D56-210E-95FC-DD68DDED22CC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41134" y="1907446"/>
              <a:ext cx="3600000" cy="3600000"/>
            </a:xfrm>
            <a:prstGeom prst="ellips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5341F86F-02E1-7467-7610-D51B04ACA7E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396546" y="1907446"/>
              <a:ext cx="3600000" cy="3600000"/>
            </a:xfrm>
            <a:prstGeom prst="ellipse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B75ABEF6-466C-8411-6B1B-E095C931311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729493" y="3654835"/>
            <a:ext cx="747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디자인</a:t>
            </a:r>
            <a:endParaRPr lang="ko-KR" altLang="en-US" dirty="0">
              <a:solidFill>
                <a:schemeClr val="accent2">
                  <a:lumMod val="7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589ED6-2357-1811-BBC7-3373FB82CF9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444050" y="3651034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콘텐츠 환경</a:t>
            </a:r>
            <a:endParaRPr lang="ko-KR" altLang="en-US" dirty="0">
              <a:solidFill>
                <a:schemeClr val="accent2">
                  <a:lumMod val="7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E9DB3A-2048-EAB6-36B7-616D8946E83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67484" y="1036670"/>
            <a:ext cx="942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DB/</a:t>
            </a:r>
            <a:r>
              <a:rPr lang="ko-KR" altLang="en-US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서버</a:t>
            </a:r>
            <a:endParaRPr lang="ko-KR" altLang="en-US" dirty="0">
              <a:solidFill>
                <a:schemeClr val="accent2">
                  <a:lumMod val="7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5" name="슬라이드 번호 개체 틀 14">
            <a:extLst>
              <a:ext uri="{FF2B5EF4-FFF2-40B4-BE49-F238E27FC236}">
                <a16:creationId xmlns:a16="http://schemas.microsoft.com/office/drawing/2014/main" id="{B1F2833C-41D4-F0C1-CE3D-B59EC6469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24</a:t>
            </a:fld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BC4F4A47-7470-5F95-B2E9-2F4231028B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7135" y="4297208"/>
            <a:ext cx="1052035" cy="105203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F144570-72F4-6AD5-313E-63970DDB0A8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566" y="4297209"/>
            <a:ext cx="1052034" cy="1052034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8C3CF9D3-1276-7A55-B535-19C592EE3C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3000" y="1685815"/>
            <a:ext cx="1325278" cy="1325278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02689628-409A-D468-549C-A38C7E22FDE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5167" y="1685815"/>
            <a:ext cx="1325278" cy="1325278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173BDA9-8514-33C4-0E0A-28677657D2F3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8705" y="4297208"/>
            <a:ext cx="1052035" cy="1052035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497B9B12-0A09-B3D1-68E8-8429A690E9E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3110" y="1609977"/>
            <a:ext cx="1571625" cy="1485900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343B1FF6-C39E-68A3-5F22-0FBBA840513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3111" y="4296336"/>
            <a:ext cx="1571625" cy="148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5195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갈매기형 수장 5">
            <a:extLst>
              <a:ext uri="{FF2B5EF4-FFF2-40B4-BE49-F238E27FC236}">
                <a16:creationId xmlns:a16="http://schemas.microsoft.com/office/drawing/2014/main" id="{1CABAF0A-198C-4992-B7B0-4B084BD61064}"/>
              </a:ext>
            </a:extLst>
          </p:cNvPr>
          <p:cNvSpPr/>
          <p:nvPr/>
        </p:nvSpPr>
        <p:spPr>
          <a:xfrm>
            <a:off x="7743824" y="3174500"/>
            <a:ext cx="3933825" cy="1399868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1" name="갈매기형 수장 4">
            <a:extLst>
              <a:ext uri="{FF2B5EF4-FFF2-40B4-BE49-F238E27FC236}">
                <a16:creationId xmlns:a16="http://schemas.microsoft.com/office/drawing/2014/main" id="{AAD8210A-010D-4E5D-881B-5A056565008D}"/>
              </a:ext>
            </a:extLst>
          </p:cNvPr>
          <p:cNvSpPr/>
          <p:nvPr/>
        </p:nvSpPr>
        <p:spPr>
          <a:xfrm>
            <a:off x="4129087" y="3174500"/>
            <a:ext cx="3933825" cy="1399868"/>
          </a:xfrm>
          <a:prstGeom prst="chevr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6" name="오각형 3">
            <a:extLst>
              <a:ext uri="{FF2B5EF4-FFF2-40B4-BE49-F238E27FC236}">
                <a16:creationId xmlns:a16="http://schemas.microsoft.com/office/drawing/2014/main" id="{32439DA9-BCC3-453A-AB7F-A6E155193FDE}"/>
              </a:ext>
            </a:extLst>
          </p:cNvPr>
          <p:cNvSpPr/>
          <p:nvPr/>
        </p:nvSpPr>
        <p:spPr>
          <a:xfrm>
            <a:off x="514350" y="3174500"/>
            <a:ext cx="3933825" cy="1399868"/>
          </a:xfrm>
          <a:prstGeom prst="homePlat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7" name="왼쪽 중괄호 16">
            <a:extLst>
              <a:ext uri="{FF2B5EF4-FFF2-40B4-BE49-F238E27FC236}">
                <a16:creationId xmlns:a16="http://schemas.microsoft.com/office/drawing/2014/main" id="{64E53625-964C-42B0-AF58-A38DB3763505}"/>
              </a:ext>
            </a:extLst>
          </p:cNvPr>
          <p:cNvSpPr/>
          <p:nvPr/>
        </p:nvSpPr>
        <p:spPr>
          <a:xfrm rot="16200000">
            <a:off x="5520931" y="3418268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왼쪽 중괄호 17">
            <a:extLst>
              <a:ext uri="{FF2B5EF4-FFF2-40B4-BE49-F238E27FC236}">
                <a16:creationId xmlns:a16="http://schemas.microsoft.com/office/drawing/2014/main" id="{5608BD6C-F679-4787-8289-56FA48C6B839}"/>
              </a:ext>
            </a:extLst>
          </p:cNvPr>
          <p:cNvSpPr/>
          <p:nvPr/>
        </p:nvSpPr>
        <p:spPr>
          <a:xfrm rot="5400000" flipV="1">
            <a:off x="1930006" y="1263995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왼쪽 중괄호 18">
            <a:extLst>
              <a:ext uri="{FF2B5EF4-FFF2-40B4-BE49-F238E27FC236}">
                <a16:creationId xmlns:a16="http://schemas.microsoft.com/office/drawing/2014/main" id="{929C85DA-9B2A-4460-9FE5-B33D497E9AD3}"/>
              </a:ext>
            </a:extLst>
          </p:cNvPr>
          <p:cNvSpPr/>
          <p:nvPr/>
        </p:nvSpPr>
        <p:spPr>
          <a:xfrm rot="5400000" flipV="1">
            <a:off x="9159480" y="1259988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493FD2-01BA-456A-9341-0D82E18607F7}"/>
              </a:ext>
            </a:extLst>
          </p:cNvPr>
          <p:cNvSpPr txBox="1"/>
          <p:nvPr/>
        </p:nvSpPr>
        <p:spPr>
          <a:xfrm>
            <a:off x="1126373" y="2235430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BE971A6-8C1F-45B2-84FF-4DF373B39634}"/>
              </a:ext>
            </a:extLst>
          </p:cNvPr>
          <p:cNvSpPr txBox="1"/>
          <p:nvPr/>
        </p:nvSpPr>
        <p:spPr>
          <a:xfrm>
            <a:off x="8355847" y="2235430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0863F0-70BD-43FE-BE41-5F700401B916}"/>
              </a:ext>
            </a:extLst>
          </p:cNvPr>
          <p:cNvSpPr txBox="1"/>
          <p:nvPr/>
        </p:nvSpPr>
        <p:spPr>
          <a:xfrm>
            <a:off x="4717298" y="5230279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3B10E6-E104-471D-8D2E-2FA0DD279594}"/>
              </a:ext>
            </a:extLst>
          </p:cNvPr>
          <p:cNvSpPr txBox="1"/>
          <p:nvPr/>
        </p:nvSpPr>
        <p:spPr>
          <a:xfrm>
            <a:off x="3102666" y="560826"/>
            <a:ext cx="8706230" cy="59093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기록할 때마다 실시간으로 변하는 영양성분 섭취량과 남은 양을 눈에 보기 쉽게 표시</a:t>
            </a:r>
            <a:endParaRPr lang="en-US" altLang="ko-KR" sz="14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*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입력된 정보를 바탕으로 개인화된 영양계획을 검색하고 필터링 가능</a:t>
            </a:r>
            <a:endParaRPr lang="en-US" altLang="ko-KR" sz="14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*섭취량과 목표량을 보기 쉽게 수치화해 표시</a:t>
            </a:r>
            <a:endParaRPr lang="en-US" altLang="ko-KR" sz="14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증강현실과 결합해 메뉴스캔시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수치화된 영양정보를 제공</a:t>
            </a:r>
            <a:endParaRPr lang="en-US" altLang="ko-KR" sz="14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*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입력된 정보를 바탕으로 수치화된 영양정보 표로 제공</a:t>
            </a:r>
            <a:endParaRPr lang="en-US" altLang="ko-KR" sz="14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*나에게 맞는 음식인지 알려줌</a:t>
            </a:r>
            <a:endParaRPr lang="en-US" altLang="ko-KR" sz="14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*사용하면서 쌓인 데이터를 분석하여 이용자에게 더 적합한 맟춤형 식당 제공</a:t>
            </a:r>
            <a:endParaRPr lang="en-US" altLang="ko-KR" sz="14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*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BMI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를 연동해 더 정확한 내 영양정보를 입력</a:t>
            </a:r>
            <a:endParaRPr lang="en-US" altLang="ko-KR" sz="14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성분분석앱</a:t>
            </a: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체형에 맞게 영향성분 분석 및 남은 하루 권장 영향 성분 권장량 계산</a:t>
            </a:r>
          </a:p>
          <a:p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음식에 들어가는 성분 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보여줌</a:t>
            </a:r>
          </a:p>
          <a:p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먹은 양에 따라 성분 분석 및 양이 줄어듬</a:t>
            </a: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인바디 결과를 토대로 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화면에 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UI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나타내서 먹은 양에 따라 값 변화</a:t>
            </a:r>
          </a:p>
          <a:p>
            <a:endParaRPr lang="en-US" altLang="ko-KR" sz="14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음식 영양 성분표를 보면 직관적으로 알아보기 싶지 않다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. 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자신이 관심있는 영양소만 대충 보고 넘어가는 경우가 많다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.</a:t>
            </a: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먹은 양에 따라 음식 성분을 분석해 자신이 목표한 하루 섭취량을 계산하는데 도움을 준다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.</a:t>
            </a:r>
          </a:p>
          <a:p>
            <a:endParaRPr lang="en-US" altLang="ko-KR" sz="14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어플 및 시사점</a:t>
            </a: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밀리그램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, 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영양 성분 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X</a:t>
            </a: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, 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인바디 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X</a:t>
            </a:r>
          </a:p>
          <a:p>
            <a:endParaRPr lang="en-US" altLang="ko-KR" sz="14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개발방법에서 체형 분석을 보건소 모바일 헬스케어 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open api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가져온다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. 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유니티를 안드로이드로 빌드 후 안드로이드 스튜디오에</a:t>
            </a: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넣고 최종 빌드한다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.</a:t>
            </a:r>
          </a:p>
          <a:p>
            <a:endParaRPr lang="en-US" altLang="ko-KR" sz="140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직접 개발 할 것은 음식 성분 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을 유니티로 직접 개발해본다</a:t>
            </a:r>
            <a:r>
              <a:rPr lang="en-US" altLang="ko-KR" sz="140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8CB2336-2DC1-41D1-AC03-3C274E99293A}"/>
              </a:ext>
            </a:extLst>
          </p:cNvPr>
          <p:cNvSpPr txBox="1"/>
          <p:nvPr/>
        </p:nvSpPr>
        <p:spPr>
          <a:xfrm>
            <a:off x="5094007" y="3621917"/>
            <a:ext cx="2513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내용을 입력하세요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CC9224-6BFE-4B92-BA7E-42C9CD1E5C67}"/>
              </a:ext>
            </a:extLst>
          </p:cNvPr>
          <p:cNvSpPr txBox="1"/>
          <p:nvPr/>
        </p:nvSpPr>
        <p:spPr>
          <a:xfrm>
            <a:off x="8708744" y="3621916"/>
            <a:ext cx="2513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내용을 입력하세요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7A9645-787B-0FBF-7E31-70F7639FFDF9}"/>
              </a:ext>
            </a:extLst>
          </p:cNvPr>
          <p:cNvSpPr txBox="1"/>
          <p:nvPr/>
        </p:nvSpPr>
        <p:spPr>
          <a:xfrm>
            <a:off x="329610" y="111525"/>
            <a:ext cx="15536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6.</a:t>
            </a:r>
            <a:r>
              <a:rPr lang="ko-KR" altLang="en-US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내용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636388-5B89-5E13-9EFC-F5830EF1F6BC}"/>
              </a:ext>
            </a:extLst>
          </p:cNvPr>
          <p:cNvSpPr txBox="1"/>
          <p:nvPr/>
        </p:nvSpPr>
        <p:spPr>
          <a:xfrm>
            <a:off x="2035050" y="206820"/>
            <a:ext cx="4823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solidFill>
                  <a:srgbClr val="FF0000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기능 및 콘텐츠</a:t>
            </a:r>
            <a:r>
              <a:rPr lang="en-US" altLang="ko-KR">
                <a:solidFill>
                  <a:srgbClr val="FF0000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>
                <a:solidFill>
                  <a:srgbClr val="FF0000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>
                <a:solidFill>
                  <a:srgbClr val="FF0000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265482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822FB4E2-868C-45FA-BC82-AC6FBB085B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547027"/>
              </p:ext>
            </p:extLst>
          </p:nvPr>
        </p:nvGraphicFramePr>
        <p:xfrm>
          <a:off x="741728" y="1481442"/>
          <a:ext cx="10886343" cy="456730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28781">
                  <a:extLst>
                    <a:ext uri="{9D8B030D-6E8A-4147-A177-3AD203B41FA5}">
                      <a16:colId xmlns:a16="http://schemas.microsoft.com/office/drawing/2014/main" val="274803735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82082803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1382983538"/>
                    </a:ext>
                  </a:extLst>
                </a:gridCol>
              </a:tblGrid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1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2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3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70320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0200448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358619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강조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100695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039696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6289467"/>
                  </a:ext>
                </a:extLst>
              </a:tr>
            </a:tbl>
          </a:graphicData>
        </a:graphic>
      </p:graphicFrame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F5AB0E3-8FEC-5BD4-289F-0AD1CF888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9668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눈, 실외, 자연, 산이(가) 표시된 사진&#10;&#10;자동 생성된 설명">
            <a:extLst>
              <a:ext uri="{FF2B5EF4-FFF2-40B4-BE49-F238E27FC236}">
                <a16:creationId xmlns:a16="http://schemas.microsoft.com/office/drawing/2014/main" id="{7E2FA2E8-79EF-4D71-AE06-40E6DB40774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040912"/>
            <a:ext cx="12192000" cy="38170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EF534C6-FC61-4EA2-8855-1A1004EB5117}"/>
              </a:ext>
            </a:extLst>
          </p:cNvPr>
          <p:cNvSpPr txBox="1"/>
          <p:nvPr/>
        </p:nvSpPr>
        <p:spPr>
          <a:xfrm>
            <a:off x="543345" y="2147777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</a:rPr>
              <a:t>Part 3, </a:t>
            </a:r>
            <a:endParaRPr lang="ko-KR" altLang="en-US" sz="32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/>
          <p:nvPr/>
        </p:nvSpPr>
        <p:spPr>
          <a:xfrm>
            <a:off x="2633685" y="2178554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>
                <a:solidFill>
                  <a:schemeClr val="bg1"/>
                </a:solidFill>
              </a:rPr>
              <a:t>제목을 입력하세요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8B0E8B1-2254-11FA-B718-5B912519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0689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8FFD00A-2DF4-4775-AAC7-43F3FE6D0795}"/>
              </a:ext>
            </a:extLst>
          </p:cNvPr>
          <p:cNvGrpSpPr/>
          <p:nvPr/>
        </p:nvGrpSpPr>
        <p:grpSpPr>
          <a:xfrm>
            <a:off x="1212348" y="1627613"/>
            <a:ext cx="9860870" cy="3519581"/>
            <a:chOff x="1303788" y="1886251"/>
            <a:chExt cx="9860870" cy="3519581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0E8F7FC-C6F3-4F21-A228-1AB0954E1DC3}"/>
                </a:ext>
              </a:extLst>
            </p:cNvPr>
            <p:cNvSpPr txBox="1"/>
            <p:nvPr/>
          </p:nvSpPr>
          <p:spPr>
            <a:xfrm>
              <a:off x="1303788" y="1886251"/>
              <a:ext cx="2641589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3800" dirty="0">
                  <a:solidFill>
                    <a:schemeClr val="bg1"/>
                  </a:solidFill>
                </a:rPr>
                <a:t> 「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80C6E19-4D93-4CF5-9BA6-A2D9A2A68187}"/>
                </a:ext>
              </a:extLst>
            </p:cNvPr>
            <p:cNvSpPr txBox="1"/>
            <p:nvPr/>
          </p:nvSpPr>
          <p:spPr>
            <a:xfrm>
              <a:off x="9865905" y="3189841"/>
              <a:ext cx="1298753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>
                <a:defRPr sz="13800">
                  <a:solidFill>
                    <a:srgbClr val="0194E7"/>
                  </a:solidFill>
                </a:defRPr>
              </a:lvl1pPr>
            </a:lstStyle>
            <a:p>
              <a:r>
                <a:rPr lang="ko-KR" altLang="en-US" dirty="0">
                  <a:solidFill>
                    <a:schemeClr val="bg1"/>
                  </a:solidFill>
                </a:rPr>
                <a:t>」 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52457443-236A-4B97-AB90-9C203498A48B}"/>
              </a:ext>
            </a:extLst>
          </p:cNvPr>
          <p:cNvSpPr txBox="1"/>
          <p:nvPr/>
        </p:nvSpPr>
        <p:spPr>
          <a:xfrm>
            <a:off x="3048886" y="2931203"/>
            <a:ext cx="6097772" cy="995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0000"/>
              </a:lnSpc>
            </a:pPr>
            <a:r>
              <a:rPr lang="ko-KR" altLang="en-US" sz="1800" i="1" spc="-150" dirty="0">
                <a:solidFill>
                  <a:schemeClr val="bg1"/>
                </a:solidFill>
              </a:rPr>
              <a:t>그리워 멀리 하나에 이름과</a:t>
            </a:r>
            <a:r>
              <a:rPr lang="en-US" altLang="ko-KR" sz="1800" i="1" spc="-150" dirty="0">
                <a:solidFill>
                  <a:schemeClr val="bg1"/>
                </a:solidFill>
              </a:rPr>
              <a:t>, </a:t>
            </a:r>
            <a:r>
              <a:rPr lang="ko-KR" altLang="en-US" sz="1800" i="1" spc="-150" dirty="0">
                <a:solidFill>
                  <a:schemeClr val="bg1"/>
                </a:solidFill>
              </a:rPr>
              <a:t>무엇인지 별에도 어머니 이름자 </a:t>
            </a:r>
            <a:r>
              <a:rPr lang="ko-KR" altLang="en-US" sz="1800" i="1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하나에 슬퍼하는 너무나 위에 된 봅니다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없이 별에도 이름을 나는 풀이 </a:t>
            </a:r>
            <a:r>
              <a:rPr lang="ko-KR" altLang="en-US" sz="1800" i="1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부끄러운 시와 계절이 봅니다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</a:t>
            </a:r>
            <a:endParaRPr lang="ko-KR" altLang="en-US" sz="1800" i="1" spc="-150" dirty="0">
              <a:solidFill>
                <a:schemeClr val="bg1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B9A5FD-AF14-DC8B-0806-93E26BE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9263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3782C3F-5E2B-45E6-A397-9B74A7F3ED15}"/>
              </a:ext>
            </a:extLst>
          </p:cNvPr>
          <p:cNvSpPr/>
          <p:nvPr/>
        </p:nvSpPr>
        <p:spPr>
          <a:xfrm>
            <a:off x="1086539" y="1502129"/>
            <a:ext cx="4902200" cy="22351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7254D8-ED4C-4C03-9051-301F2951AB4C}"/>
              </a:ext>
            </a:extLst>
          </p:cNvPr>
          <p:cNvSpPr/>
          <p:nvPr/>
        </p:nvSpPr>
        <p:spPr>
          <a:xfrm>
            <a:off x="6217339" y="1502128"/>
            <a:ext cx="4902200" cy="22351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F8A8A9B-383C-4B3B-A3D1-00A3CFDCBC47}"/>
              </a:ext>
            </a:extLst>
          </p:cNvPr>
          <p:cNvSpPr/>
          <p:nvPr/>
        </p:nvSpPr>
        <p:spPr>
          <a:xfrm>
            <a:off x="1086539" y="3934394"/>
            <a:ext cx="4902200" cy="22351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7625CD6-BDA1-4AF7-A9B2-F6CD1AAA07E2}"/>
              </a:ext>
            </a:extLst>
          </p:cNvPr>
          <p:cNvSpPr/>
          <p:nvPr/>
        </p:nvSpPr>
        <p:spPr>
          <a:xfrm>
            <a:off x="6217339" y="3934393"/>
            <a:ext cx="4902200" cy="223519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3897C7A-5958-4D1D-B65B-A0394ECFE78E}"/>
              </a:ext>
            </a:extLst>
          </p:cNvPr>
          <p:cNvSpPr/>
          <p:nvPr/>
        </p:nvSpPr>
        <p:spPr>
          <a:xfrm>
            <a:off x="5379139" y="3144506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0C36B9-93DB-4331-A82C-59487B6C77D0}"/>
              </a:ext>
            </a:extLst>
          </p:cNvPr>
          <p:cNvSpPr txBox="1"/>
          <p:nvPr/>
        </p:nvSpPr>
        <p:spPr>
          <a:xfrm>
            <a:off x="5441995" y="3154973"/>
            <a:ext cx="354584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S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72D1632-C5FE-4E7E-A462-8A79991B745A}"/>
              </a:ext>
            </a:extLst>
          </p:cNvPr>
          <p:cNvSpPr/>
          <p:nvPr/>
        </p:nvSpPr>
        <p:spPr>
          <a:xfrm>
            <a:off x="6336295" y="3144506"/>
            <a:ext cx="482600" cy="482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3B7D8C-A5ED-41D9-9E3E-788A27D7B130}"/>
              </a:ext>
            </a:extLst>
          </p:cNvPr>
          <p:cNvSpPr txBox="1"/>
          <p:nvPr/>
        </p:nvSpPr>
        <p:spPr>
          <a:xfrm>
            <a:off x="6312588" y="3159992"/>
            <a:ext cx="527709" cy="46166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W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DE47974-120E-4C36-BC0A-06F27A851E8A}"/>
              </a:ext>
            </a:extLst>
          </p:cNvPr>
          <p:cNvSpPr/>
          <p:nvPr/>
        </p:nvSpPr>
        <p:spPr>
          <a:xfrm>
            <a:off x="5377987" y="4044089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1F0BD0-A98A-4896-8037-A4F8EDD43EC9}"/>
              </a:ext>
            </a:extLst>
          </p:cNvPr>
          <p:cNvSpPr txBox="1"/>
          <p:nvPr/>
        </p:nvSpPr>
        <p:spPr>
          <a:xfrm>
            <a:off x="5402188" y="4054556"/>
            <a:ext cx="426720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O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6DC2A32-35C8-46EE-A821-0D9880D7A4C9}"/>
              </a:ext>
            </a:extLst>
          </p:cNvPr>
          <p:cNvSpPr/>
          <p:nvPr/>
        </p:nvSpPr>
        <p:spPr>
          <a:xfrm>
            <a:off x="6335143" y="4044088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651C5B-F53E-48F8-8A7C-DBE0A2D16A83}"/>
              </a:ext>
            </a:extLst>
          </p:cNvPr>
          <p:cNvSpPr txBox="1"/>
          <p:nvPr/>
        </p:nvSpPr>
        <p:spPr>
          <a:xfrm>
            <a:off x="6385175" y="4054555"/>
            <a:ext cx="381836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T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2D4369-E78B-4EE7-9EDC-BA51CAC0E44A}"/>
              </a:ext>
            </a:extLst>
          </p:cNvPr>
          <p:cNvSpPr txBox="1"/>
          <p:nvPr/>
        </p:nvSpPr>
        <p:spPr>
          <a:xfrm>
            <a:off x="1312409" y="1762535"/>
            <a:ext cx="2159566" cy="17157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50DC1D9-B35F-4F0C-ADF0-60960D948417}"/>
              </a:ext>
            </a:extLst>
          </p:cNvPr>
          <p:cNvSpPr txBox="1"/>
          <p:nvPr/>
        </p:nvSpPr>
        <p:spPr>
          <a:xfrm>
            <a:off x="8697280" y="1762535"/>
            <a:ext cx="2146742" cy="1719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911753-FD6D-4344-8A68-5869B2957791}"/>
              </a:ext>
            </a:extLst>
          </p:cNvPr>
          <p:cNvSpPr txBox="1"/>
          <p:nvPr/>
        </p:nvSpPr>
        <p:spPr>
          <a:xfrm>
            <a:off x="1312409" y="4194800"/>
            <a:ext cx="2037737" cy="17143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18D93F-D242-4FDF-886D-A1A54CA6997F}"/>
              </a:ext>
            </a:extLst>
          </p:cNvPr>
          <p:cNvSpPr txBox="1"/>
          <p:nvPr/>
        </p:nvSpPr>
        <p:spPr>
          <a:xfrm>
            <a:off x="8806285" y="4194800"/>
            <a:ext cx="2037737" cy="17143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64710A3-2241-6FFF-B6B1-09BC3ECF8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2192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AB1A0E30-E417-4029-833B-8A9F5D048EA4}"/>
              </a:ext>
            </a:extLst>
          </p:cNvPr>
          <p:cNvCxnSpPr/>
          <p:nvPr/>
        </p:nvCxnSpPr>
        <p:spPr>
          <a:xfrm>
            <a:off x="6098440" y="3277766"/>
            <a:ext cx="0" cy="1192863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F03C4A1F-CEF3-4BDA-8187-818E713118DE}"/>
              </a:ext>
            </a:extLst>
          </p:cNvPr>
          <p:cNvCxnSpPr/>
          <p:nvPr/>
        </p:nvCxnSpPr>
        <p:spPr>
          <a:xfrm flipH="1">
            <a:off x="4792403" y="4477932"/>
            <a:ext cx="1288010" cy="77449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B3645B83-4A34-4D59-BF6D-C7B659F4EE06}"/>
              </a:ext>
            </a:extLst>
          </p:cNvPr>
          <p:cNvCxnSpPr/>
          <p:nvPr/>
        </p:nvCxnSpPr>
        <p:spPr>
          <a:xfrm>
            <a:off x="6127464" y="4477929"/>
            <a:ext cx="1072693" cy="67924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F3506F38-D7CA-4295-983C-8A7CA0056781}"/>
              </a:ext>
            </a:extLst>
          </p:cNvPr>
          <p:cNvSpPr/>
          <p:nvPr/>
        </p:nvSpPr>
        <p:spPr>
          <a:xfrm>
            <a:off x="3560349" y="4684287"/>
            <a:ext cx="1758766" cy="175876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305AAFFA-CA45-4BA8-9267-65857DA78E11}"/>
              </a:ext>
            </a:extLst>
          </p:cNvPr>
          <p:cNvSpPr/>
          <p:nvPr/>
        </p:nvSpPr>
        <p:spPr>
          <a:xfrm>
            <a:off x="5216617" y="1528154"/>
            <a:ext cx="1758766" cy="175876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BE13E564-5A9C-479A-9341-19223AE77C03}"/>
              </a:ext>
            </a:extLst>
          </p:cNvPr>
          <p:cNvSpPr/>
          <p:nvPr/>
        </p:nvSpPr>
        <p:spPr>
          <a:xfrm>
            <a:off x="6975383" y="4684287"/>
            <a:ext cx="1758766" cy="1758766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F9CB9B7-B0C7-4080-ABEB-18D35BAE8C2A}"/>
              </a:ext>
            </a:extLst>
          </p:cNvPr>
          <p:cNvSpPr txBox="1"/>
          <p:nvPr/>
        </p:nvSpPr>
        <p:spPr>
          <a:xfrm>
            <a:off x="5760361" y="2047280"/>
            <a:ext cx="65915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A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AE361D-0084-477A-ABCB-B0E1194C754C}"/>
              </a:ext>
            </a:extLst>
          </p:cNvPr>
          <p:cNvSpPr txBox="1"/>
          <p:nvPr/>
        </p:nvSpPr>
        <p:spPr>
          <a:xfrm>
            <a:off x="4126986" y="5212760"/>
            <a:ext cx="6254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B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3B5EB23-D548-4B79-9A58-CB41B21601F6}"/>
              </a:ext>
            </a:extLst>
          </p:cNvPr>
          <p:cNvSpPr txBox="1"/>
          <p:nvPr/>
        </p:nvSpPr>
        <p:spPr>
          <a:xfrm>
            <a:off x="7502746" y="5214456"/>
            <a:ext cx="70404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C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11E25C83-80B1-4393-95ED-E8AB576A35B0}"/>
              </a:ext>
            </a:extLst>
          </p:cNvPr>
          <p:cNvGrpSpPr/>
          <p:nvPr/>
        </p:nvGrpSpPr>
        <p:grpSpPr>
          <a:xfrm>
            <a:off x="474868" y="4626034"/>
            <a:ext cx="2858426" cy="1942892"/>
            <a:chOff x="281014" y="4235821"/>
            <a:chExt cx="2858426" cy="194289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0B1F92F-2EC6-426C-B307-97E478F2E6B7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8956EFB-7AF3-4652-86FD-0780D710A349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96AA5402-DF74-4BB3-AED0-51C0D35A08BF}"/>
              </a:ext>
            </a:extLst>
          </p:cNvPr>
          <p:cNvGrpSpPr/>
          <p:nvPr/>
        </p:nvGrpSpPr>
        <p:grpSpPr>
          <a:xfrm>
            <a:off x="8961204" y="4592224"/>
            <a:ext cx="2858426" cy="1942892"/>
            <a:chOff x="281014" y="4235821"/>
            <a:chExt cx="2858426" cy="194289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371B2C7-E480-4122-A41C-4E6315D2FBA4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77474B4-F6CE-404C-A04D-5DA66D770926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C7AD53C5-8293-4807-BCA8-E58FDAF03EF6}"/>
              </a:ext>
            </a:extLst>
          </p:cNvPr>
          <p:cNvGrpSpPr/>
          <p:nvPr/>
        </p:nvGrpSpPr>
        <p:grpSpPr>
          <a:xfrm>
            <a:off x="7253476" y="1437052"/>
            <a:ext cx="2858426" cy="1942892"/>
            <a:chOff x="281014" y="4235821"/>
            <a:chExt cx="2858426" cy="1942892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6B87E40-8C6D-411B-ADF3-D51036089F8E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0BC1EF5-EBED-4AC4-B387-8C489328EA39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7734C93-D48F-5C0E-E253-CA60343F3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1078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aphicFrame>
        <p:nvGraphicFramePr>
          <p:cNvPr id="24" name="다이어그램 23">
            <a:extLst>
              <a:ext uri="{FF2B5EF4-FFF2-40B4-BE49-F238E27FC236}">
                <a16:creationId xmlns:a16="http://schemas.microsoft.com/office/drawing/2014/main" id="{EE3E2F4D-6BE1-4FCD-B33E-961CD7CF38F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09711143"/>
              </p:ext>
            </p:extLst>
          </p:nvPr>
        </p:nvGraphicFramePr>
        <p:xfrm>
          <a:off x="417217" y="2081080"/>
          <a:ext cx="5410200" cy="38226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3A60998A-E839-4F72-83D7-9194FA3C7526}"/>
              </a:ext>
            </a:extLst>
          </p:cNvPr>
          <p:cNvSpPr txBox="1"/>
          <p:nvPr/>
        </p:nvSpPr>
        <p:spPr>
          <a:xfrm>
            <a:off x="6504263" y="359146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19E0717-CD8B-42B4-A8A2-4E605CEEBAB8}"/>
              </a:ext>
            </a:extLst>
          </p:cNvPr>
          <p:cNvSpPr txBox="1"/>
          <p:nvPr/>
        </p:nvSpPr>
        <p:spPr>
          <a:xfrm>
            <a:off x="6504263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AFF4DE48-4666-4E6F-9AD6-32D570A160F3}"/>
              </a:ext>
            </a:extLst>
          </p:cNvPr>
          <p:cNvCxnSpPr/>
          <p:nvPr/>
        </p:nvCxnSpPr>
        <p:spPr>
          <a:xfrm>
            <a:off x="6504263" y="3429000"/>
            <a:ext cx="568773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E7D4988-9F52-F70D-53B2-66CB378A5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9485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10094F0-AB1E-419D-B16F-D9606831EB66}"/>
              </a:ext>
            </a:extLst>
          </p:cNvPr>
          <p:cNvSpPr/>
          <p:nvPr/>
        </p:nvSpPr>
        <p:spPr>
          <a:xfrm>
            <a:off x="521671" y="1291995"/>
            <a:ext cx="11378958" cy="5154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1" name="차트 10">
            <a:extLst>
              <a:ext uri="{FF2B5EF4-FFF2-40B4-BE49-F238E27FC236}">
                <a16:creationId xmlns:a16="http://schemas.microsoft.com/office/drawing/2014/main" id="{1B6CB4A3-1B73-4653-A34C-85DA2F8872C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23677648"/>
              </p:ext>
            </p:extLst>
          </p:nvPr>
        </p:nvGraphicFramePr>
        <p:xfrm>
          <a:off x="6843869" y="1521410"/>
          <a:ext cx="4826460" cy="469604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79FA120-F414-47F7-A373-3864606C32DD}"/>
              </a:ext>
            </a:extLst>
          </p:cNvPr>
          <p:cNvSpPr txBox="1"/>
          <p:nvPr/>
        </p:nvSpPr>
        <p:spPr>
          <a:xfrm>
            <a:off x="839418" y="4232922"/>
            <a:ext cx="473204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어머니 한 헤는 내일 계절이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새겨지는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위에 아침이 가을 별 하나에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라이너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이런 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별 것은 어머니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그리워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어머니 사랑과 한 이네들은 불러 별빛이 둘 않은 어머님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거외다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말 묻힌 노루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소학교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흙으로 이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아름다운 옥 마리아 별 흙으로 않은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하나에 풀이 무성할 언덕 벌레는 둘 버리었습니다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ko-KR" altLang="en-US" sz="1600" spc="-1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48AD71-585F-461D-A45B-DEFFEE9BE933}"/>
              </a:ext>
            </a:extLst>
          </p:cNvPr>
          <p:cNvSpPr txBox="1"/>
          <p:nvPr/>
        </p:nvSpPr>
        <p:spPr>
          <a:xfrm>
            <a:off x="856971" y="1884039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881915D1-0F89-4303-80B5-E5E4408EC583}"/>
              </a:ext>
            </a:extLst>
          </p:cNvPr>
          <p:cNvCxnSpPr>
            <a:cxnSpLocks/>
          </p:cNvCxnSpPr>
          <p:nvPr/>
        </p:nvCxnSpPr>
        <p:spPr>
          <a:xfrm>
            <a:off x="967563" y="1657725"/>
            <a:ext cx="776177" cy="0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8C69C97-3863-96FC-9EEF-6669D2B00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8082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침대, 실내, 앉아있는, 테이블이(가) 표시된 사진&#10;&#10;자동 생성된 설명">
            <a:extLst>
              <a:ext uri="{FF2B5EF4-FFF2-40B4-BE49-F238E27FC236}">
                <a16:creationId xmlns:a16="http://schemas.microsoft.com/office/drawing/2014/main" id="{F83D9A3B-D483-493D-BA99-E4FB75D30D4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C4EA04D-F465-4ADF-8B8E-8927B90942A0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A083EC-6D70-48BC-AE74-3FF5273F0364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E12C1BE-4F1E-4F18-B068-5A8D61623AEC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058827A-08E4-4A99-BA4C-92C327825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5260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컵, 앉아있는, 작은, 침대이(가) 표시된 사진&#10;&#10;자동 생성된 설명">
            <a:extLst>
              <a:ext uri="{FF2B5EF4-FFF2-40B4-BE49-F238E27FC236}">
                <a16:creationId xmlns:a16="http://schemas.microsoft.com/office/drawing/2014/main" id="{119B61DF-DD71-477E-9BF0-42F785F6B37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76ADFEC-BB58-4D70-9FD2-B61721B1938A}"/>
              </a:ext>
            </a:extLst>
          </p:cNvPr>
          <p:cNvSpPr txBox="1"/>
          <p:nvPr/>
        </p:nvSpPr>
        <p:spPr>
          <a:xfrm>
            <a:off x="651489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DF015D-7C45-422F-BF86-AAAD7FF491D3}"/>
              </a:ext>
            </a:extLst>
          </p:cNvPr>
          <p:cNvSpPr txBox="1"/>
          <p:nvPr/>
        </p:nvSpPr>
        <p:spPr>
          <a:xfrm>
            <a:off x="651489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38F15EEA-547D-421E-908C-354ED5DA0C11}"/>
              </a:ext>
            </a:extLst>
          </p:cNvPr>
          <p:cNvCxnSpPr>
            <a:cxnSpLocks/>
          </p:cNvCxnSpPr>
          <p:nvPr/>
        </p:nvCxnSpPr>
        <p:spPr>
          <a:xfrm>
            <a:off x="651489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EDD2717-0C9E-69AD-0B0A-984F7DCF1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5713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컵, 커피, 테이블, 앉아있는이(가) 표시된 사진&#10;&#10;자동 생성된 설명">
            <a:extLst>
              <a:ext uri="{FF2B5EF4-FFF2-40B4-BE49-F238E27FC236}">
                <a16:creationId xmlns:a16="http://schemas.microsoft.com/office/drawing/2014/main" id="{C9E46430-D944-4058-86A7-C6A87CB5618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9AD39D1-E922-4599-9C41-2A3083FC6ED2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C8F0F1-3834-43F9-9EAF-BB8A854E7598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B3A012AF-266B-4F98-B1BF-51E34CE46F69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9973FF8-F2C7-A524-8A4D-D44419E1F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5041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내, 테이블, 앉아있는, 와인이(가) 표시된 사진&#10;&#10;자동 생성된 설명">
            <a:extLst>
              <a:ext uri="{FF2B5EF4-FFF2-40B4-BE49-F238E27FC236}">
                <a16:creationId xmlns:a16="http://schemas.microsoft.com/office/drawing/2014/main" id="{D518911D-6752-4A8F-B9C7-243ABA168AE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3C096D-564A-4430-BDD5-9A7467FF261F}"/>
              </a:ext>
            </a:extLst>
          </p:cNvPr>
          <p:cNvSpPr txBox="1"/>
          <p:nvPr/>
        </p:nvSpPr>
        <p:spPr>
          <a:xfrm>
            <a:off x="651489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0E91BA-22DB-486F-8265-265EC65310B6}"/>
              </a:ext>
            </a:extLst>
          </p:cNvPr>
          <p:cNvSpPr txBox="1"/>
          <p:nvPr/>
        </p:nvSpPr>
        <p:spPr>
          <a:xfrm>
            <a:off x="651489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2323070E-2B31-45C3-B3CD-41AE694A1063}"/>
              </a:ext>
            </a:extLst>
          </p:cNvPr>
          <p:cNvCxnSpPr>
            <a:cxnSpLocks/>
          </p:cNvCxnSpPr>
          <p:nvPr/>
        </p:nvCxnSpPr>
        <p:spPr>
          <a:xfrm>
            <a:off x="651489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A45C828-3E15-D58E-7998-3BB89A6A1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31105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외, 기차, 트랙, 건물이(가) 표시된 사진&#10;&#10;자동 생성된 설명">
            <a:extLst>
              <a:ext uri="{FF2B5EF4-FFF2-40B4-BE49-F238E27FC236}">
                <a16:creationId xmlns:a16="http://schemas.microsoft.com/office/drawing/2014/main" id="{8CD409FB-2257-453E-B6C3-2178E177692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D0ACFEB-2299-478B-951A-006725EED731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7A2788-7369-4216-A5F4-6E3FD9AA34EC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1AE128A5-6324-45DB-9C64-010AC12B3F02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A6B353A-F3D5-63E5-8E34-9FABC5DAA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931416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외, 자연, 물, 해변이(가) 표시된 사진&#10;&#10;자동 생성된 설명">
            <a:extLst>
              <a:ext uri="{FF2B5EF4-FFF2-40B4-BE49-F238E27FC236}">
                <a16:creationId xmlns:a16="http://schemas.microsoft.com/office/drawing/2014/main" id="{EF86BDD0-98BF-4BEF-B4A9-EFA8B57805C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A0FB8B4C-07AF-4C6A-A019-A5544A66D523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679CA0-EDDD-4ACD-9947-D034F34E4F68}"/>
              </a:ext>
            </a:extLst>
          </p:cNvPr>
          <p:cNvSpPr txBox="1"/>
          <p:nvPr/>
        </p:nvSpPr>
        <p:spPr>
          <a:xfrm>
            <a:off x="5009805" y="2222212"/>
            <a:ext cx="21723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200" dirty="0">
                <a:solidFill>
                  <a:schemeClr val="bg1"/>
                </a:solidFill>
              </a:rPr>
              <a:t>감사합니다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7EA484A-112C-5B9B-798B-B2895FF01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9176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winterdream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1345C"/>
      </a:accent1>
      <a:accent2>
        <a:srgbClr val="326393"/>
      </a:accent2>
      <a:accent3>
        <a:srgbClr val="6D8CAC"/>
      </a:accent3>
      <a:accent4>
        <a:srgbClr val="C9CACF"/>
      </a:accent4>
      <a:accent5>
        <a:srgbClr val="CAB5BD"/>
      </a:accent5>
      <a:accent6>
        <a:srgbClr val="F1ECE6"/>
      </a:accent6>
      <a:hlink>
        <a:srgbClr val="3F3F3F"/>
      </a:hlink>
      <a:folHlink>
        <a:srgbClr val="3F3F3F"/>
      </a:folHlink>
    </a:clrScheme>
    <a:fontScheme name="마루 부리 Beta">
      <a:majorFont>
        <a:latin typeface="마루 부리 Beta"/>
        <a:ea typeface="마루 부리 Beta"/>
        <a:cs typeface=""/>
      </a:majorFont>
      <a:minorFont>
        <a:latin typeface="마루 부리 Beta"/>
        <a:ea typeface="마루 부리 Beta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테마">
  <a:themeElements>
    <a:clrScheme name="winterdream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1345C"/>
      </a:accent1>
      <a:accent2>
        <a:srgbClr val="326393"/>
      </a:accent2>
      <a:accent3>
        <a:srgbClr val="6D8CAC"/>
      </a:accent3>
      <a:accent4>
        <a:srgbClr val="C9CACF"/>
      </a:accent4>
      <a:accent5>
        <a:srgbClr val="CAB5BD"/>
      </a:accent5>
      <a:accent6>
        <a:srgbClr val="F1ECE6"/>
      </a:accent6>
      <a:hlink>
        <a:srgbClr val="3F3F3F"/>
      </a:hlink>
      <a:folHlink>
        <a:srgbClr val="3F3F3F"/>
      </a:folHlink>
    </a:clrScheme>
    <a:fontScheme name="마루 부리 Beta">
      <a:majorFont>
        <a:latin typeface="마루 부리 Beta"/>
        <a:ea typeface="마루 부리 Beta"/>
        <a:cs typeface=""/>
      </a:majorFont>
      <a:minorFont>
        <a:latin typeface="마루 부리 Beta"/>
        <a:ea typeface="마루 부리 Beta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756</TotalTime>
  <Words>2382</Words>
  <Application>Microsoft Office PowerPoint</Application>
  <PresentationFormat>와이드스크린</PresentationFormat>
  <Paragraphs>402</Paragraphs>
  <Slides>38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38</vt:i4>
      </vt:variant>
    </vt:vector>
  </HeadingPairs>
  <TitlesOfParts>
    <vt:vector size="46" baseType="lpstr">
      <vt:lpstr>���� ���</vt:lpstr>
      <vt:lpstr>마루 부리 Beta</vt:lpstr>
      <vt:lpstr>맑은 고딕</vt:lpstr>
      <vt:lpstr>휴먼매직체</vt:lpstr>
      <vt:lpstr>Arial</vt:lpstr>
      <vt:lpstr>Wingdings</vt:lpstr>
      <vt:lpstr>Office 테마</vt:lpstr>
      <vt:lpstr>1_Office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유 새별</dc:creator>
  <cp:lastModifiedBy>yoon xihyeon</cp:lastModifiedBy>
  <cp:revision>32</cp:revision>
  <dcterms:created xsi:type="dcterms:W3CDTF">2020-11-18T01:48:02Z</dcterms:created>
  <dcterms:modified xsi:type="dcterms:W3CDTF">2022-11-28T05:01:06Z</dcterms:modified>
</cp:coreProperties>
</file>