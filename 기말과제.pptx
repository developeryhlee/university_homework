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4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64" r:id="rId26"/>
    <p:sldId id="348" r:id="rId27"/>
    <p:sldId id="351" r:id="rId28"/>
    <p:sldId id="352" r:id="rId29"/>
    <p:sldId id="288" r:id="rId30"/>
    <p:sldId id="356" r:id="rId31"/>
    <p:sldId id="294" r:id="rId32"/>
    <p:sldId id="353" r:id="rId33"/>
    <p:sldId id="365" r:id="rId34"/>
    <p:sldId id="355" r:id="rId35"/>
    <p:sldId id="363" r:id="rId36"/>
    <p:sldId id="362" r:id="rId37"/>
    <p:sldId id="357" r:id="rId38"/>
    <p:sldId id="358" r:id="rId39"/>
    <p:sldId id="359" r:id="rId40"/>
    <p:sldId id="293" r:id="rId41"/>
    <p:sldId id="291" r:id="rId42"/>
    <p:sldId id="266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CE6"/>
    <a:srgbClr val="21345C"/>
    <a:srgbClr val="2A345C"/>
    <a:srgbClr val="1C2244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38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redo custSel addSld delSld modSld sldOrd">
      <pc:chgData name="yoon xihyeon" userId="b03689a23d6da60b" providerId="LiveId" clId="{5D914AD7-9230-47CE-8F52-5A96260F97A5}" dt="2022-12-03T12:29:22.342" v="2168" actId="20577"/>
      <pc:docMkLst>
        <pc:docMk/>
      </pc:docMkLst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7526012" sldId="256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2335713906" sldId="257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913110572" sldId="259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735041406" sldId="260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93141657" sldId="265"/>
        </pc:sldMkLst>
      </pc:sldChg>
      <pc:sldChg chg="addSp delSp modSp mod">
        <pc:chgData name="yoon xihyeon" userId="b03689a23d6da60b" providerId="LiveId" clId="{5D914AD7-9230-47CE-8F52-5A96260F97A5}" dt="2022-12-03T10:31:31.265" v="2014" actId="1076"/>
        <pc:sldMkLst>
          <pc:docMk/>
          <pc:sldMk cId="3669176100" sldId="266"/>
        </pc:sldMkLst>
        <pc:spChg chg="mod ord">
          <ac:chgData name="yoon xihyeon" userId="b03689a23d6da60b" providerId="LiveId" clId="{5D914AD7-9230-47CE-8F52-5A96260F97A5}" dt="2022-12-03T10:29:02.776" v="1988" actId="207"/>
          <ac:spMkLst>
            <pc:docMk/>
            <pc:sldMk cId="3669176100" sldId="266"/>
            <ac:spMk id="2" creationId="{97EA484A-112C-5B9B-798B-B2895FF01360}"/>
          </ac:spMkLst>
        </pc:spChg>
        <pc:spChg chg="mod">
          <ac:chgData name="yoon xihyeon" userId="b03689a23d6da60b" providerId="LiveId" clId="{5D914AD7-9230-47CE-8F52-5A96260F97A5}" dt="2022-12-03T10:31:31.265" v="2014" actId="1076"/>
          <ac:spMkLst>
            <pc:docMk/>
            <pc:sldMk cId="3669176100" sldId="266"/>
            <ac:spMk id="5" creationId="{6B679CA0-EDDD-4ACD-9947-D034F34E4F68}"/>
          </ac:spMkLst>
        </pc:spChg>
        <pc:spChg chg="add mod ord">
          <ac:chgData name="yoon xihyeon" userId="b03689a23d6da60b" providerId="LiveId" clId="{5D914AD7-9230-47CE-8F52-5A96260F97A5}" dt="2022-12-03T10:28:56.041" v="1986" actId="14100"/>
          <ac:spMkLst>
            <pc:docMk/>
            <pc:sldMk cId="3669176100" sldId="266"/>
            <ac:spMk id="6" creationId="{096EF073-A90A-6C6D-50AC-593A17D6ED7C}"/>
          </ac:spMkLst>
        </pc:spChg>
        <pc:picChg chg="del">
          <ac:chgData name="yoon xihyeon" userId="b03689a23d6da60b" providerId="LiveId" clId="{5D914AD7-9230-47CE-8F52-5A96260F97A5}" dt="2022-12-03T10:27:57.248" v="1976" actId="478"/>
          <ac:picMkLst>
            <pc:docMk/>
            <pc:sldMk cId="3669176100" sldId="266"/>
            <ac:picMk id="3" creationId="{EF86BDD0-98BF-4BEF-B4A9-EFA8B57805C9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2-03T12:26:49.766" v="2159" actId="34135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" creationId="{BE34243B-0159-B3C6-45A9-70E5FB00F57A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5" creationId="{B0DD473D-626F-4DC6-A648-3BFCC6B4AF47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6" creationId="{C4404A3D-C925-4422-B36F-7ADEB3EAF66A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7" creationId="{E8A0000D-7E54-4A27-84C9-D2E4F33159A4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8" creationId="{3773FE2E-63C9-4C75-B7D8-DECD7FFAFFB3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29" creationId="{120F1523-9CAD-4C27-A816-6A3DB5808645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0" creationId="{85DFD22B-A591-4CCA-B629-F891C787C026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1" creationId="{EB34BCCA-2631-4478-B26A-D30B20B83E90}"/>
          </ac:spMkLst>
        </pc:spChg>
        <pc:spChg chg="mod">
          <ac:chgData name="yoon xihyeon" userId="b03689a23d6da60b" providerId="LiveId" clId="{5D914AD7-9230-47CE-8F52-5A96260F97A5}" dt="2022-12-03T12:26:49.766" v="2159" actId="34135"/>
          <ac:spMkLst>
            <pc:docMk/>
            <pc:sldMk cId="3039576005" sldId="287"/>
            <ac:spMk id="32" creationId="{7721A97E-197F-4022-8947-CAF47AC231A8}"/>
          </ac:spMkLst>
        </pc:sp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4" creationId="{9A8E474A-6ECB-442D-8A42-7881F4DFBB2A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2" creationId="{9742D1A6-E7F3-4E84-9CDB-BF483BDD38B5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6" creationId="{5F729412-9112-4DCB-A429-D645A9C6FCE2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19" creationId="{8A5DFFCE-4A81-4FD3-B342-6726CD12DD5D}"/>
          </ac:cxnSpMkLst>
        </pc:cxnChg>
        <pc:cxnChg chg="mod">
          <ac:chgData name="yoon xihyeon" userId="b03689a23d6da60b" providerId="LiveId" clId="{5D914AD7-9230-47CE-8F52-5A96260F97A5}" dt="2022-12-03T12:26:49.766" v="2159" actId="34135"/>
          <ac:cxnSpMkLst>
            <pc:docMk/>
            <pc:sldMk cId="3039576005" sldId="287"/>
            <ac:cxnSpMk id="22" creationId="{EBA72BCD-F717-4443-92F7-ABE5A7BB32FC}"/>
          </ac:cxnSpMkLst>
        </pc:cxnChg>
      </pc:sldChg>
      <pc:sldChg chg="addSp delSp modSp mod">
        <pc:chgData name="yoon xihyeon" userId="b03689a23d6da60b" providerId="LiveId" clId="{5D914AD7-9230-47CE-8F52-5A96260F97A5}" dt="2022-12-03T10:33:56.331" v="2100" actId="20577"/>
        <pc:sldMkLst>
          <pc:docMk/>
          <pc:sldMk cId="2139668770" sldId="288"/>
        </pc:sldMkLst>
        <pc:spChg chg="add mod">
          <ac:chgData name="yoon xihyeon" userId="b03689a23d6da60b" providerId="LiveId" clId="{5D914AD7-9230-47CE-8F52-5A96260F97A5}" dt="2022-12-03T10:05:52.668" v="1547"/>
          <ac:spMkLst>
            <pc:docMk/>
            <pc:sldMk cId="2139668770" sldId="288"/>
            <ac:spMk id="3" creationId="{B423CB85-11BD-80A6-817A-0753C1B6A628}"/>
          </ac:spMkLst>
        </pc:spChg>
        <pc:spChg chg="add mod">
          <ac:chgData name="yoon xihyeon" userId="b03689a23d6da60b" providerId="LiveId" clId="{5D914AD7-9230-47CE-8F52-5A96260F97A5}" dt="2022-12-03T10:33:56.331" v="2100" actId="20577"/>
          <ac:spMkLst>
            <pc:docMk/>
            <pc:sldMk cId="2139668770" sldId="288"/>
            <ac:spMk id="6" creationId="{9FA3CC88-3E96-2782-954C-69B06004925E}"/>
          </ac:spMkLst>
        </pc:spChg>
        <pc:spChg chg="del">
          <ac:chgData name="yoon xihyeon" userId="b03689a23d6da60b" providerId="LiveId" clId="{5D914AD7-9230-47CE-8F52-5A96260F97A5}" dt="2022-12-03T10:05:52.199" v="1546" actId="478"/>
          <ac:spMkLst>
            <pc:docMk/>
            <pc:sldMk cId="2139668770" sldId="288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2-03T10:17:22.300" v="1716" actId="47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addSp delSp modSp mod ord">
        <pc:chgData name="yoon xihyeon" userId="b03689a23d6da60b" providerId="LiveId" clId="{5D914AD7-9230-47CE-8F52-5A96260F97A5}" dt="2022-12-03T10:27:37.646" v="1975" actId="1076"/>
        <pc:sldMkLst>
          <pc:docMk/>
          <pc:sldMk cId="1881078102" sldId="291"/>
        </pc:sldMkLst>
        <pc:spChg chg="add del mod">
          <ac:chgData name="yoon xihyeon" userId="b03689a23d6da60b" providerId="LiveId" clId="{5D914AD7-9230-47CE-8F52-5A96260F97A5}" dt="2022-12-03T10:20:10.917" v="1778"/>
          <ac:spMkLst>
            <pc:docMk/>
            <pc:sldMk cId="1881078102" sldId="291"/>
            <ac:spMk id="3" creationId="{9CBCBF0D-ED0C-D573-74A7-93FF18BFF8D8}"/>
          </ac:spMkLst>
        </pc:spChg>
        <pc:spChg chg="add mod">
          <ac:chgData name="yoon xihyeon" userId="b03689a23d6da60b" providerId="LiveId" clId="{5D914AD7-9230-47CE-8F52-5A96260F97A5}" dt="2022-12-03T10:20:24.955" v="1839"/>
          <ac:spMkLst>
            <pc:docMk/>
            <pc:sldMk cId="1881078102" sldId="291"/>
            <ac:spMk id="6" creationId="{5BE703E8-0523-17BE-BF61-DAC77D04D160}"/>
          </ac:spMkLst>
        </pc:spChg>
        <pc:spChg chg="add mod ord">
          <ac:chgData name="yoon xihyeon" userId="b03689a23d6da60b" providerId="LiveId" clId="{5D914AD7-9230-47CE-8F52-5A96260F97A5}" dt="2022-12-03T10:27:37.646" v="1975" actId="1076"/>
          <ac:spMkLst>
            <pc:docMk/>
            <pc:sldMk cId="1881078102" sldId="291"/>
            <ac:spMk id="7" creationId="{999A12A1-8C0D-1EF4-AFD2-D71BFE6DCC2B}"/>
          </ac:spMkLst>
        </pc:spChg>
        <pc:spChg chg="add mod">
          <ac:chgData name="yoon xihyeon" userId="b03689a23d6da60b" providerId="LiveId" clId="{5D914AD7-9230-47CE-8F52-5A96260F97A5}" dt="2022-12-03T10:26:53.315" v="1968" actId="1076"/>
          <ac:spMkLst>
            <pc:docMk/>
            <pc:sldMk cId="1881078102" sldId="291"/>
            <ac:spMk id="8" creationId="{97AD064C-2529-8B79-7621-D31FA7140FB7}"/>
          </ac:spMkLst>
        </pc:spChg>
        <pc:spChg chg="del">
          <ac:chgData name="yoon xihyeon" userId="b03689a23d6da60b" providerId="LiveId" clId="{5D914AD7-9230-47CE-8F52-5A96260F97A5}" dt="2022-12-03T10:20:12.481" v="1779" actId="478"/>
          <ac:spMkLst>
            <pc:docMk/>
            <pc:sldMk cId="1881078102" sldId="291"/>
            <ac:spMk id="9" creationId="{7FFA9BC9-96FB-4B17-AF51-48D81692F2D7}"/>
          </ac:spMkLst>
        </pc:spChg>
        <pc:spChg chg="add mod">
          <ac:chgData name="yoon xihyeon" userId="b03689a23d6da60b" providerId="LiveId" clId="{5D914AD7-9230-47CE-8F52-5A96260F97A5}" dt="2022-12-03T10:24:46.817" v="1924" actId="1076"/>
          <ac:spMkLst>
            <pc:docMk/>
            <pc:sldMk cId="1881078102" sldId="291"/>
            <ac:spMk id="10" creationId="{601B5952-1395-031D-7267-20370B40C8F4}"/>
          </ac:spMkLst>
        </pc:spChg>
        <pc:spChg chg="add mod">
          <ac:chgData name="yoon xihyeon" userId="b03689a23d6da60b" providerId="LiveId" clId="{5D914AD7-9230-47CE-8F52-5A96260F97A5}" dt="2022-12-03T10:25:58.859" v="1939" actId="1076"/>
          <ac:spMkLst>
            <pc:docMk/>
            <pc:sldMk cId="1881078102" sldId="291"/>
            <ac:spMk id="11" creationId="{084D12E2-A1BE-882B-B9F6-A52C642616ED}"/>
          </ac:spMkLst>
        </pc:spChg>
        <pc:spChg chg="add mod ord">
          <ac:chgData name="yoon xihyeon" userId="b03689a23d6da60b" providerId="LiveId" clId="{5D914AD7-9230-47CE-8F52-5A96260F97A5}" dt="2022-12-03T10:27:27.062" v="1974" actId="167"/>
          <ac:spMkLst>
            <pc:docMk/>
            <pc:sldMk cId="1881078102" sldId="291"/>
            <ac:spMk id="12" creationId="{47787AB6-23A8-0438-1C50-B29FA53CD797}"/>
          </ac:spMkLst>
        </pc:spChg>
        <pc:spChg chg="add mod">
          <ac:chgData name="yoon xihyeon" userId="b03689a23d6da60b" providerId="LiveId" clId="{5D914AD7-9230-47CE-8F52-5A96260F97A5}" dt="2022-12-03T10:26:38.318" v="1961" actId="1076"/>
          <ac:spMkLst>
            <pc:docMk/>
            <pc:sldMk cId="1881078102" sldId="291"/>
            <ac:spMk id="13" creationId="{F43714B8-BDE2-86B7-8C22-7E53268E9C87}"/>
          </ac:spMkLst>
        </pc:spChg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  <pc:spChg chg="mod ord">
          <ac:chgData name="yoon xihyeon" userId="b03689a23d6da60b" providerId="LiveId" clId="{5D914AD7-9230-47CE-8F52-5A96260F97A5}" dt="2022-12-03T10:27:12.222" v="1971" actId="166"/>
          <ac:spMkLst>
            <pc:docMk/>
            <pc:sldMk cId="1881078102" sldId="291"/>
            <ac:spMk id="29" creationId="{F3506F38-D7CA-4295-983C-8A7CA0056781}"/>
          </ac:spMkLst>
        </pc:spChg>
        <pc:spChg chg="mod ord">
          <ac:chgData name="yoon xihyeon" userId="b03689a23d6da60b" providerId="LiveId" clId="{5D914AD7-9230-47CE-8F52-5A96260F97A5}" dt="2022-12-03T10:27:12.566" v="1972" actId="166"/>
          <ac:spMkLst>
            <pc:docMk/>
            <pc:sldMk cId="1881078102" sldId="291"/>
            <ac:spMk id="30" creationId="{305AAFFA-CA45-4BA8-9267-65857DA78E11}"/>
          </ac:spMkLst>
        </pc:spChg>
        <pc:spChg chg="mod ord">
          <ac:chgData name="yoon xihyeon" userId="b03689a23d6da60b" providerId="LiveId" clId="{5D914AD7-9230-47CE-8F52-5A96260F97A5}" dt="2022-12-03T10:27:18.987" v="1973" actId="167"/>
          <ac:spMkLst>
            <pc:docMk/>
            <pc:sldMk cId="1881078102" sldId="291"/>
            <ac:spMk id="31" creationId="{BE13E564-5A9C-479A-9341-19223AE77C03}"/>
          </ac:spMkLst>
        </pc:spChg>
        <pc:spChg chg="del">
          <ac:chgData name="yoon xihyeon" userId="b03689a23d6da60b" providerId="LiveId" clId="{5D914AD7-9230-47CE-8F52-5A96260F97A5}" dt="2022-12-03T10:23:24.849" v="1907" actId="478"/>
          <ac:spMkLst>
            <pc:docMk/>
            <pc:sldMk cId="1881078102" sldId="291"/>
            <ac:spMk id="32" creationId="{1F9CB9B7-B0C7-4080-ABEB-18D35BAE8C2A}"/>
          </ac:spMkLst>
        </pc:spChg>
        <pc:spChg chg="del mod">
          <ac:chgData name="yoon xihyeon" userId="b03689a23d6da60b" providerId="LiveId" clId="{5D914AD7-9230-47CE-8F52-5A96260F97A5}" dt="2022-12-03T10:23:38.005" v="1912" actId="478"/>
          <ac:spMkLst>
            <pc:docMk/>
            <pc:sldMk cId="1881078102" sldId="291"/>
            <ac:spMk id="33" creationId="{44AE361D-0084-477A-ABCB-B0E1194C754C}"/>
          </ac:spMkLst>
        </pc:spChg>
        <pc:spChg chg="del">
          <ac:chgData name="yoon xihyeon" userId="b03689a23d6da60b" providerId="LiveId" clId="{5D914AD7-9230-47CE-8F52-5A96260F97A5}" dt="2022-12-03T10:23:22.864" v="1906" actId="478"/>
          <ac:spMkLst>
            <pc:docMk/>
            <pc:sldMk cId="1881078102" sldId="291"/>
            <ac:spMk id="34" creationId="{73B5EB23-D548-4B79-9A58-CB41B21601F6}"/>
          </ac:spMkLst>
        </pc:spChg>
        <pc:spChg chg="mod topLvl">
          <ac:chgData name="yoon xihyeon" userId="b03689a23d6da60b" providerId="LiveId" clId="{5D914AD7-9230-47CE-8F52-5A96260F97A5}" dt="2022-12-03T10:26:23.365" v="1955" actId="1076"/>
          <ac:spMkLst>
            <pc:docMk/>
            <pc:sldMk cId="1881078102" sldId="291"/>
            <ac:spMk id="42" creationId="{D6B87E40-8C6D-411B-ADF3-D51036089F8E}"/>
          </ac:spMkLst>
        </pc:spChg>
        <pc:spChg chg="del topLvl">
          <ac:chgData name="yoon xihyeon" userId="b03689a23d6da60b" providerId="LiveId" clId="{5D914AD7-9230-47CE-8F52-5A96260F97A5}" dt="2022-12-03T10:20:37.937" v="1840" actId="478"/>
          <ac:spMkLst>
            <pc:docMk/>
            <pc:sldMk cId="1881078102" sldId="291"/>
            <ac:spMk id="43" creationId="{80BC1EF5-EBED-4AC4-B387-8C489328EA39}"/>
          </ac:spMkLst>
        </pc:spChg>
        <pc:grpChg chg="del">
          <ac:chgData name="yoon xihyeon" userId="b03689a23d6da60b" providerId="LiveId" clId="{5D914AD7-9230-47CE-8F52-5A96260F97A5}" dt="2022-12-03T10:21:05.678" v="1852" actId="478"/>
          <ac:grpSpMkLst>
            <pc:docMk/>
            <pc:sldMk cId="1881078102" sldId="291"/>
            <ac:grpSpMk id="35" creationId="{11E25C83-80B1-4393-95ED-E8AB576A35B0}"/>
          </ac:grpSpMkLst>
        </pc:grpChg>
        <pc:grpChg chg="del">
          <ac:chgData name="yoon xihyeon" userId="b03689a23d6da60b" providerId="LiveId" clId="{5D914AD7-9230-47CE-8F52-5A96260F97A5}" dt="2022-12-03T10:21:07.240" v="1853" actId="478"/>
          <ac:grpSpMkLst>
            <pc:docMk/>
            <pc:sldMk cId="1881078102" sldId="291"/>
            <ac:grpSpMk id="38" creationId="{96AA5402-DF74-4BB3-AED0-51C0D35A08BF}"/>
          </ac:grpSpMkLst>
        </pc:grpChg>
        <pc:grpChg chg="del">
          <ac:chgData name="yoon xihyeon" userId="b03689a23d6da60b" providerId="LiveId" clId="{5D914AD7-9230-47CE-8F52-5A96260F97A5}" dt="2022-12-03T10:20:37.937" v="1840" actId="478"/>
          <ac:grpSpMkLst>
            <pc:docMk/>
            <pc:sldMk cId="1881078102" sldId="291"/>
            <ac:grpSpMk id="41" creationId="{C7AD53C5-8293-4807-BCA8-E58FDAF03EF6}"/>
          </ac:grpSpMkLst>
        </pc:grpChg>
      </pc:sldChg>
      <pc:sldChg chg="addSp delSp modSp del mod ord">
        <pc:chgData name="yoon xihyeon" userId="b03689a23d6da60b" providerId="LiveId" clId="{5D914AD7-9230-47CE-8F52-5A96260F97A5}" dt="2022-12-03T10:20:05.987" v="1776" actId="47"/>
        <pc:sldMkLst>
          <pc:docMk/>
          <pc:sldMk cId="3549485027" sldId="292"/>
        </pc:sldMkLst>
        <pc:spChg chg="add del mod">
          <ac:chgData name="yoon xihyeon" userId="b03689a23d6da60b" providerId="LiveId" clId="{5D914AD7-9230-47CE-8F52-5A96260F97A5}" dt="2022-12-03T10:19:46.400" v="1773"/>
          <ac:spMkLst>
            <pc:docMk/>
            <pc:sldMk cId="3549485027" sldId="292"/>
            <ac:spMk id="3" creationId="{11FF9CE1-B5EC-FFA4-22EA-92C931C3D7A6}"/>
          </ac:spMkLst>
        </pc:spChg>
        <pc:spChg chg="del">
          <ac:chgData name="yoon xihyeon" userId="b03689a23d6da60b" providerId="LiveId" clId="{5D914AD7-9230-47CE-8F52-5A96260F97A5}" dt="2022-12-03T10:19:44.102" v="1771" actId="478"/>
          <ac:spMkLst>
            <pc:docMk/>
            <pc:sldMk cId="3549485027" sldId="292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  <pc:graphicFrameChg chg="mod">
          <ac:chgData name="yoon xihyeon" userId="b03689a23d6da60b" providerId="LiveId" clId="{5D914AD7-9230-47CE-8F52-5A96260F97A5}" dt="2022-12-03T10:20:01.366" v="1775" actId="1076"/>
          <ac:graphicFrameMkLst>
            <pc:docMk/>
            <pc:sldMk cId="3549485027" sldId="292"/>
            <ac:graphicFrameMk id="24" creationId="{EE3E2F4D-6BE1-4FCD-B33E-961CD7CF38F5}"/>
          </ac:graphicFrameMkLst>
        </pc:graphicFrameChg>
      </pc:sldChg>
      <pc:sldChg chg="addSp delSp modSp mod">
        <pc:chgData name="yoon xihyeon" userId="b03689a23d6da60b" providerId="LiveId" clId="{5D914AD7-9230-47CE-8F52-5A96260F97A5}" dt="2022-12-03T10:18:45.831" v="1766" actId="478"/>
        <pc:sldMkLst>
          <pc:docMk/>
          <pc:sldMk cId="1438082613" sldId="293"/>
        </pc:sldMkLst>
        <pc:spChg chg="add mod">
          <ac:chgData name="yoon xihyeon" userId="b03689a23d6da60b" providerId="LiveId" clId="{5D914AD7-9230-47CE-8F52-5A96260F97A5}" dt="2022-12-03T10:18:31.042" v="1763" actId="207"/>
          <ac:spMkLst>
            <pc:docMk/>
            <pc:sldMk cId="1438082613" sldId="293"/>
            <ac:spMk id="3" creationId="{747F236F-C956-8247-DA84-DBF48FA4A2F2}"/>
          </ac:spMkLst>
        </pc:spChg>
        <pc:spChg chg="del">
          <ac:chgData name="yoon xihyeon" userId="b03689a23d6da60b" providerId="LiveId" clId="{5D914AD7-9230-47CE-8F52-5A96260F97A5}" dt="2022-12-03T10:18:01.070" v="1718" actId="478"/>
          <ac:spMkLst>
            <pc:docMk/>
            <pc:sldMk cId="1438082613" sldId="293"/>
            <ac:spMk id="9" creationId="{7FFA9BC9-96FB-4B17-AF51-48D81692F2D7}"/>
          </ac:spMkLst>
        </pc:spChg>
        <pc:spChg chg="del">
          <ac:chgData name="yoon xihyeon" userId="b03689a23d6da60b" providerId="LiveId" clId="{5D914AD7-9230-47CE-8F52-5A96260F97A5}" dt="2022-12-03T10:18:44.710" v="1765" actId="478"/>
          <ac:spMkLst>
            <pc:docMk/>
            <pc:sldMk cId="1438082613" sldId="293"/>
            <ac:spMk id="12" creationId="{A79FA120-F414-47F7-A373-3864606C32DD}"/>
          </ac:spMkLst>
        </pc:spChg>
        <pc:spChg chg="del">
          <ac:chgData name="yoon xihyeon" userId="b03689a23d6da60b" providerId="LiveId" clId="{5D914AD7-9230-47CE-8F52-5A96260F97A5}" dt="2022-12-03T10:18:43.132" v="1764" actId="478"/>
          <ac:spMkLst>
            <pc:docMk/>
            <pc:sldMk cId="1438082613" sldId="293"/>
            <ac:spMk id="13" creationId="{C948AD71-585F-461D-A45B-DEFFEE9BE933}"/>
          </ac:spMkLst>
        </pc:spChg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  <pc:graphicFrameChg chg="del">
          <ac:chgData name="yoon xihyeon" userId="b03689a23d6da60b" providerId="LiveId" clId="{5D914AD7-9230-47CE-8F52-5A96260F97A5}" dt="2022-12-03T10:17:49.341" v="1717" actId="478"/>
          <ac:graphicFrameMkLst>
            <pc:docMk/>
            <pc:sldMk cId="1438082613" sldId="293"/>
            <ac:graphicFrameMk id="11" creationId="{1B6CB4A3-1B73-4653-A34C-85DA2F8872C7}"/>
          </ac:graphicFrameMkLst>
        </pc:graphicFrameChg>
        <pc:cxnChg chg="del">
          <ac:chgData name="yoon xihyeon" userId="b03689a23d6da60b" providerId="LiveId" clId="{5D914AD7-9230-47CE-8F52-5A96260F97A5}" dt="2022-12-03T10:18:45.831" v="1766" actId="478"/>
          <ac:cxnSpMkLst>
            <pc:docMk/>
            <pc:sldMk cId="1438082613" sldId="293"/>
            <ac:cxnSpMk id="14" creationId="{881915D1-0F89-4303-80B5-E5E4408EC583}"/>
          </ac:cxnSpMkLst>
        </pc:cxnChg>
      </pc:sldChg>
      <pc:sldChg chg="addSp delSp modSp mod">
        <pc:chgData name="yoon xihyeon" userId="b03689a23d6da60b" providerId="LiveId" clId="{5D914AD7-9230-47CE-8F52-5A96260F97A5}" dt="2022-12-03T10:37:11.640" v="2148"/>
        <pc:sldMkLst>
          <pc:docMk/>
          <pc:sldMk cId="2199263989" sldId="294"/>
        </pc:sldMkLst>
        <pc:spChg chg="mod">
          <ac:chgData name="yoon xihyeon" userId="b03689a23d6da60b" providerId="LiveId" clId="{5D914AD7-9230-47CE-8F52-5A96260F97A5}" dt="2022-12-03T10:29:31.973" v="1995" actId="207"/>
          <ac:spMkLst>
            <pc:docMk/>
            <pc:sldMk cId="2199263989" sldId="294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07:27.505" v="1587" actId="478"/>
          <ac:spMkLst>
            <pc:docMk/>
            <pc:sldMk cId="2199263989" sldId="294"/>
            <ac:spMk id="6" creationId="{52457443-236A-4B97-AB90-9C203498A48B}"/>
          </ac:spMkLst>
        </pc:spChg>
        <pc:spChg chg="add mod ord">
          <ac:chgData name="yoon xihyeon" userId="b03689a23d6da60b" providerId="LiveId" clId="{5D914AD7-9230-47CE-8F52-5A96260F97A5}" dt="2022-12-03T10:14:13.382" v="1632" actId="14100"/>
          <ac:spMkLst>
            <pc:docMk/>
            <pc:sldMk cId="2199263989" sldId="294"/>
            <ac:spMk id="7" creationId="{7862B3F7-5E25-A7FD-40E4-E5950191F795}"/>
          </ac:spMkLst>
        </pc:spChg>
        <pc:spChg chg="add mod">
          <ac:chgData name="yoon xihyeon" userId="b03689a23d6da60b" providerId="LiveId" clId="{5D914AD7-9230-47CE-8F52-5A96260F97A5}" dt="2022-12-03T10:09:39.936" v="1598"/>
          <ac:spMkLst>
            <pc:docMk/>
            <pc:sldMk cId="2199263989" sldId="294"/>
            <ac:spMk id="10" creationId="{36A05DBC-716C-A018-6FC2-C1375396264B}"/>
          </ac:spMkLst>
        </pc:spChg>
        <pc:spChg chg="add mod">
          <ac:chgData name="yoon xihyeon" userId="b03689a23d6da60b" providerId="LiveId" clId="{5D914AD7-9230-47CE-8F52-5A96260F97A5}" dt="2022-12-03T10:14:42.021" v="1656" actId="20577"/>
          <ac:spMkLst>
            <pc:docMk/>
            <pc:sldMk cId="2199263989" sldId="294"/>
            <ac:spMk id="11" creationId="{16B4C177-3785-15B4-24B7-813AB7B65563}"/>
          </ac:spMkLst>
        </pc:spChg>
        <pc:spChg chg="add del mod">
          <ac:chgData name="yoon xihyeon" userId="b03689a23d6da60b" providerId="LiveId" clId="{5D914AD7-9230-47CE-8F52-5A96260F97A5}" dt="2022-12-03T10:37:02.041" v="2144" actId="21"/>
          <ac:spMkLst>
            <pc:docMk/>
            <pc:sldMk cId="2199263989" sldId="294"/>
            <ac:spMk id="12" creationId="{CB63722A-45C0-DA96-8D10-A88D88E14E0E}"/>
          </ac:spMkLst>
        </pc:spChg>
        <pc:spChg chg="add mod">
          <ac:chgData name="yoon xihyeon" userId="b03689a23d6da60b" providerId="LiveId" clId="{5D914AD7-9230-47CE-8F52-5A96260F97A5}" dt="2022-12-03T10:37:11.640" v="2148"/>
          <ac:spMkLst>
            <pc:docMk/>
            <pc:sldMk cId="2199263989" sldId="294"/>
            <ac:spMk id="13" creationId="{655BB24B-4520-62AE-119A-9AB8CF3BF345}"/>
          </ac:spMkLst>
        </pc:spChg>
        <pc:grpChg chg="del">
          <ac:chgData name="yoon xihyeon" userId="b03689a23d6da60b" providerId="LiveId" clId="{5D914AD7-9230-47CE-8F52-5A96260F97A5}" dt="2022-12-03T10:07:25.626" v="1586" actId="478"/>
          <ac:grpSpMkLst>
            <pc:docMk/>
            <pc:sldMk cId="2199263989" sldId="294"/>
            <ac:grpSpMk id="2" creationId="{98FFD00A-2DF4-4775-AAC7-43F3FE6D0795}"/>
          </ac:grpSpMkLst>
        </pc:grpChg>
        <pc:cxnChg chg="add mod">
          <ac:chgData name="yoon xihyeon" userId="b03689a23d6da60b" providerId="LiveId" clId="{5D914AD7-9230-47CE-8F52-5A96260F97A5}" dt="2022-12-03T10:09:31.275" v="1597" actId="14100"/>
          <ac:cxnSpMkLst>
            <pc:docMk/>
            <pc:sldMk cId="2199263989" sldId="294"/>
            <ac:cxnSpMk id="8" creationId="{07DCB200-54C0-4AD3-99C4-9FB451D035F3}"/>
          </ac:cxnSpMkLst>
        </pc:cxn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del">
        <pc:chgData name="yoon xihyeon" userId="b03689a23d6da60b" providerId="LiveId" clId="{5D914AD7-9230-47CE-8F52-5A96260F97A5}" dt="2022-12-03T10:07:18.192" v="1583" actId="47"/>
        <pc:sldMkLst>
          <pc:docMk/>
          <pc:sldMk cId="4070689933" sldId="299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modSp add mod">
        <pc:chgData name="yoon xihyeon" userId="b03689a23d6da60b" providerId="LiveId" clId="{5D914AD7-9230-47CE-8F52-5A96260F97A5}" dt="2022-12-03T10:30:11.101" v="1998" actId="207"/>
        <pc:sldMkLst>
          <pc:docMk/>
          <pc:sldMk cId="2580032353" sldId="330"/>
        </pc:sldMkLst>
        <pc:spChg chg="mod">
          <ac:chgData name="yoon xihyeon" userId="b03689a23d6da60b" providerId="LiveId" clId="{5D914AD7-9230-47CE-8F52-5A96260F97A5}" dt="2022-12-03T10:30:11.101" v="1998" actId="207"/>
          <ac:spMkLst>
            <pc:docMk/>
            <pc:sldMk cId="2580032353" sldId="330"/>
            <ac:spMk id="3" creationId="{82DB4BDC-A0CD-EB19-D9B9-A42A0DB3391B}"/>
          </ac:spMkLst>
        </pc:spChg>
      </pc:sldChg>
      <pc:sldChg chg="modSp add mod">
        <pc:chgData name="yoon xihyeon" userId="b03689a23d6da60b" providerId="LiveId" clId="{5D914AD7-9230-47CE-8F52-5A96260F97A5}" dt="2022-12-03T10:30:19.942" v="1999" actId="207"/>
        <pc:sldMkLst>
          <pc:docMk/>
          <pc:sldMk cId="3975752944" sldId="331"/>
        </pc:sldMkLst>
        <pc:spChg chg="mod">
          <ac:chgData name="yoon xihyeon" userId="b03689a23d6da60b" providerId="LiveId" clId="{5D914AD7-9230-47CE-8F52-5A96260F97A5}" dt="2022-12-03T10:30:19.942" v="1999" actId="207"/>
          <ac:spMkLst>
            <pc:docMk/>
            <pc:sldMk cId="3975752944" sldId="331"/>
            <ac:spMk id="5" creationId="{6D3E7D93-F159-2F4C-F16A-ADB709F3EE77}"/>
          </ac:spMkLst>
        </pc:spChg>
      </pc:sldChg>
      <pc:sldChg chg="modSp add mod">
        <pc:chgData name="yoon xihyeon" userId="b03689a23d6da60b" providerId="LiveId" clId="{5D914AD7-9230-47CE-8F52-5A96260F97A5}" dt="2022-12-03T10:29:51.441" v="1996" actId="207"/>
        <pc:sldMkLst>
          <pc:docMk/>
          <pc:sldMk cId="326280623" sldId="332"/>
        </pc:sldMkLst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2" creationId="{FCBB0498-13C3-48CC-9BFE-7243BE8082B0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3" creationId="{90C0895B-7B4E-4FB6-95D6-6192E6C6C6FE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4" creationId="{1EF51587-4B82-43A7-8A06-3BA5E76F90F4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5" creationId="{C42A27B8-3421-9530-A1D5-A9C7F0FA725A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6" creationId="{0CD0AB23-035A-7CED-AF07-C0BD544940FB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8" creationId="{BCC1BEFE-B3B1-57F7-6A89-B176267D896B}"/>
          </ac:spMkLst>
        </pc:spChg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Sp delSp modSp add mod">
        <pc:chgData name="yoon xihyeon" userId="b03689a23d6da60b" providerId="LiveId" clId="{5D914AD7-9230-47CE-8F52-5A96260F97A5}" dt="2022-12-03T12:26:58.943" v="2160" actId="34135"/>
        <pc:sldMkLst>
          <pc:docMk/>
          <pc:sldMk cId="4265482267" sldId="348"/>
        </pc:sldMkLst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6" creationId="{E556F07A-8481-64EF-FF64-DAAE24D04A03}"/>
          </ac:spMkLst>
        </pc:spChg>
        <pc:spChg chg="add 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7" creationId="{E93C424B-79A3-B0BC-53EE-BDDC68FAE2B4}"/>
          </ac:spMkLst>
        </pc:spChg>
        <pc:spChg chg="del">
          <ac:chgData name="yoon xihyeon" userId="b03689a23d6da60b" providerId="LiveId" clId="{5D914AD7-9230-47CE-8F52-5A96260F97A5}" dt="2022-12-03T09:45:20.877" v="891" actId="478"/>
          <ac:spMkLst>
            <pc:docMk/>
            <pc:sldMk cId="4265482267" sldId="348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5:24.238" v="894" actId="478"/>
          <ac:spMkLst>
            <pc:docMk/>
            <pc:sldMk cId="4265482267" sldId="348"/>
            <ac:spMk id="11" creationId="{AAD8210A-010D-4E5D-881B-5A056565008D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0:26.517" v="967" actId="478"/>
          <ac:spMkLst>
            <pc:docMk/>
            <pc:sldMk cId="4265482267" sldId="348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5:28.760" v="897" actId="478"/>
          <ac:spMkLst>
            <pc:docMk/>
            <pc:sldMk cId="4265482267" sldId="348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5:21.830" v="892" actId="478"/>
          <ac:spMkLst>
            <pc:docMk/>
            <pc:sldMk cId="4265482267" sldId="348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5:27.852" v="896" actId="478"/>
          <ac:spMkLst>
            <pc:docMk/>
            <pc:sldMk cId="4265482267" sldId="348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5:23.035" v="893" actId="478"/>
          <ac:spMkLst>
            <pc:docMk/>
            <pc:sldMk cId="4265482267" sldId="348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0:24.414" v="966" actId="478"/>
          <ac:spMkLst>
            <pc:docMk/>
            <pc:sldMk cId="4265482267" sldId="348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12:26:58.943" v="2160" actId="34135"/>
          <ac:spMkLst>
            <pc:docMk/>
            <pc:sldMk cId="4265482267" sldId="348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5:26.100" v="895" actId="478"/>
          <ac:spMkLst>
            <pc:docMk/>
            <pc:sldMk cId="4265482267" sldId="348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6:02.684" v="905" actId="478"/>
          <ac:spMkLst>
            <pc:docMk/>
            <pc:sldMk cId="4265482267" sldId="348"/>
            <ac:spMk id="25" creationId="{D1CC9224-6BFE-4B92-BA7E-42C9CD1E5C67}"/>
          </ac:spMkLst>
        </pc:spChg>
        <pc:grpChg chg="add mod">
          <ac:chgData name="yoon xihyeon" userId="b03689a23d6da60b" providerId="LiveId" clId="{5D914AD7-9230-47CE-8F52-5A96260F97A5}" dt="2022-12-03T12:26:58.943" v="2160" actId="34135"/>
          <ac:grpSpMkLst>
            <pc:docMk/>
            <pc:sldMk cId="4265482267" sldId="348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6:58.943" v="2160" actId="34135"/>
          <ac:cxnSpMkLst>
            <pc:docMk/>
            <pc:sldMk cId="4265482267" sldId="348"/>
            <ac:cxnSpMk id="4" creationId="{9A8E474A-6ECB-442D-8A42-7881F4DFBB2A}"/>
          </ac:cxnSpMkLst>
        </pc:cxnChg>
      </pc:sldChg>
      <pc:sldChg chg="addSp delSp modSp add del mod">
        <pc:chgData name="yoon xihyeon" userId="b03689a23d6da60b" providerId="LiveId" clId="{5D914AD7-9230-47CE-8F52-5A96260F97A5}" dt="2022-12-03T09:55:08.174" v="1047" actId="47"/>
        <pc:sldMkLst>
          <pc:docMk/>
          <pc:sldMk cId="2000032108" sldId="349"/>
        </pc:sldMkLst>
        <pc:spChg chg="add mod">
          <ac:chgData name="yoon xihyeon" userId="b03689a23d6da60b" providerId="LiveId" clId="{5D914AD7-9230-47CE-8F52-5A96260F97A5}" dt="2022-12-03T09:53:41.474" v="1025" actId="1076"/>
          <ac:spMkLst>
            <pc:docMk/>
            <pc:sldMk cId="2000032108" sldId="349"/>
            <ac:spMk id="7" creationId="{1E18A045-F8DB-5136-DA8E-EFA73CE186B4}"/>
          </ac:spMkLst>
        </pc:spChg>
        <pc:spChg chg="del">
          <ac:chgData name="yoon xihyeon" userId="b03689a23d6da60b" providerId="LiveId" clId="{5D914AD7-9230-47CE-8F52-5A96260F97A5}" dt="2022-12-03T09:43:32.106" v="864" actId="478"/>
          <ac:spMkLst>
            <pc:docMk/>
            <pc:sldMk cId="2000032108" sldId="349"/>
            <ac:spMk id="10" creationId="{1CABAF0A-198C-4992-B7B0-4B084BD61064}"/>
          </ac:spMkLst>
        </pc:spChg>
        <pc:spChg chg="add del mod">
          <ac:chgData name="yoon xihyeon" userId="b03689a23d6da60b" providerId="LiveId" clId="{5D914AD7-9230-47CE-8F52-5A96260F97A5}" dt="2022-12-03T09:54:03.181" v="1031" actId="478"/>
          <ac:spMkLst>
            <pc:docMk/>
            <pc:sldMk cId="2000032108" sldId="349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3:32.779" v="865" actId="478"/>
          <ac:spMkLst>
            <pc:docMk/>
            <pc:sldMk cId="2000032108" sldId="349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4:04.712" v="1032" actId="478"/>
          <ac:spMkLst>
            <pc:docMk/>
            <pc:sldMk cId="2000032108" sldId="349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3:33.685" v="866" actId="478"/>
          <ac:spMkLst>
            <pc:docMk/>
            <pc:sldMk cId="2000032108" sldId="349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3:29.742" v="862" actId="478"/>
          <ac:spMkLst>
            <pc:docMk/>
            <pc:sldMk cId="2000032108" sldId="349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3:34.906" v="867" actId="478"/>
          <ac:spMkLst>
            <pc:docMk/>
            <pc:sldMk cId="2000032108" sldId="349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3:31.213" v="863" actId="478"/>
          <ac:spMkLst>
            <pc:docMk/>
            <pc:sldMk cId="2000032108" sldId="349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4:01.346" v="1029" actId="478"/>
          <ac:spMkLst>
            <pc:docMk/>
            <pc:sldMk cId="2000032108" sldId="349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09:54:52.849" v="1045" actId="1076"/>
          <ac:spMkLst>
            <pc:docMk/>
            <pc:sldMk cId="2000032108" sldId="349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3:37.657" v="868" actId="478"/>
          <ac:spMkLst>
            <pc:docMk/>
            <pc:sldMk cId="2000032108" sldId="349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3:28.803" v="861" actId="478"/>
          <ac:spMkLst>
            <pc:docMk/>
            <pc:sldMk cId="2000032108" sldId="349"/>
            <ac:spMk id="25" creationId="{D1CC9224-6BFE-4B92-BA7E-42C9CD1E5C67}"/>
          </ac:spMkLst>
        </pc:spChg>
      </pc:sldChg>
      <pc:sldChg chg="addSp delSp modSp add del mod">
        <pc:chgData name="yoon xihyeon" userId="b03689a23d6da60b" providerId="LiveId" clId="{5D914AD7-9230-47CE-8F52-5A96260F97A5}" dt="2022-12-03T09:55:09.904" v="1048" actId="47"/>
        <pc:sldMkLst>
          <pc:docMk/>
          <pc:sldMk cId="2806025756" sldId="350"/>
        </pc:sldMkLst>
        <pc:spChg chg="add mod">
          <ac:chgData name="yoon xihyeon" userId="b03689a23d6da60b" providerId="LiveId" clId="{5D914AD7-9230-47CE-8F52-5A96260F97A5}" dt="2022-12-03T09:49:25.293" v="950"/>
          <ac:spMkLst>
            <pc:docMk/>
            <pc:sldMk cId="2806025756" sldId="350"/>
            <ac:spMk id="7" creationId="{887AA479-3CDC-D989-2EE4-A75D56747DAA}"/>
          </ac:spMkLst>
        </pc:spChg>
        <pc:spChg chg="mod">
          <ac:chgData name="yoon xihyeon" userId="b03689a23d6da60b" providerId="LiveId" clId="{5D914AD7-9230-47CE-8F52-5A96260F97A5}" dt="2022-12-03T09:47:03.633" v="922" actId="14100"/>
          <ac:spMkLst>
            <pc:docMk/>
            <pc:sldMk cId="2806025756" sldId="350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2:23.306" v="852" actId="478"/>
          <ac:spMkLst>
            <pc:docMk/>
            <pc:sldMk cId="2806025756" sldId="350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2:09.674" v="844" actId="478"/>
          <ac:spMkLst>
            <pc:docMk/>
            <pc:sldMk cId="2806025756" sldId="350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42:13.093" v="846" actId="478"/>
          <ac:spMkLst>
            <pc:docMk/>
            <pc:sldMk cId="2806025756" sldId="350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2:20.542" v="849" actId="478"/>
          <ac:spMkLst>
            <pc:docMk/>
            <pc:sldMk cId="2806025756" sldId="350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2:12.031" v="845" actId="478"/>
          <ac:spMkLst>
            <pc:docMk/>
            <pc:sldMk cId="2806025756" sldId="350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2:19.493" v="848" actId="478"/>
          <ac:spMkLst>
            <pc:docMk/>
            <pc:sldMk cId="2806025756" sldId="350"/>
            <ac:spMk id="21" creationId="{1BE971A6-8C1F-45B2-84FF-4DF373B39634}"/>
          </ac:spMkLst>
        </pc:spChg>
        <pc:spChg chg="add del mod ord">
          <ac:chgData name="yoon xihyeon" userId="b03689a23d6da60b" providerId="LiveId" clId="{5D914AD7-9230-47CE-8F52-5A96260F97A5}" dt="2022-12-03T09:43:10.416" v="860" actId="14100"/>
          <ac:spMkLst>
            <pc:docMk/>
            <pc:sldMk cId="2806025756" sldId="350"/>
            <ac:spMk id="23" creationId="{BD3B10E6-E104-471D-8D2E-2FA0DD279594}"/>
          </ac:spMkLst>
        </pc:spChg>
        <pc:spChg chg="del mod">
          <ac:chgData name="yoon xihyeon" userId="b03689a23d6da60b" providerId="LiveId" clId="{5D914AD7-9230-47CE-8F52-5A96260F97A5}" dt="2022-12-03T09:42:22.869" v="851" actId="478"/>
          <ac:spMkLst>
            <pc:docMk/>
            <pc:sldMk cId="2806025756" sldId="350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2:33.638" v="854" actId="478"/>
          <ac:spMkLst>
            <pc:docMk/>
            <pc:sldMk cId="2806025756" sldId="350"/>
            <ac:spMk id="25" creationId="{D1CC9224-6BFE-4B92-BA7E-42C9CD1E5C67}"/>
          </ac:spMkLst>
        </pc:spChg>
      </pc:sldChg>
      <pc:sldChg chg="modSp add mod">
        <pc:chgData name="yoon xihyeon" userId="b03689a23d6da60b" providerId="LiveId" clId="{5D914AD7-9230-47CE-8F52-5A96260F97A5}" dt="2022-12-03T12:27:01.535" v="2161" actId="34135"/>
        <pc:sldMkLst>
          <pc:docMk/>
          <pc:sldMk cId="2881644187" sldId="351"/>
        </pc:sldMkLst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6" creationId="{E556F07A-8481-64EF-FF64-DAAE24D04A03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2:27:01.535" v="2161" actId="34135"/>
          <ac:spMkLst>
            <pc:docMk/>
            <pc:sldMk cId="2881644187" sldId="351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12:27:01.535" v="2161" actId="34135"/>
          <ac:grpSpMkLst>
            <pc:docMk/>
            <pc:sldMk cId="2881644187" sldId="351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7:01.535" v="2161" actId="34135"/>
          <ac:cxnSpMkLst>
            <pc:docMk/>
            <pc:sldMk cId="2881644187" sldId="351"/>
            <ac:cxnSpMk id="4" creationId="{9A8E474A-6ECB-442D-8A42-7881F4DFBB2A}"/>
          </ac:cxnSpMkLst>
        </pc:cxnChg>
      </pc:sldChg>
      <pc:sldChg chg="modSp add mod">
        <pc:chgData name="yoon xihyeon" userId="b03689a23d6da60b" providerId="LiveId" clId="{5D914AD7-9230-47CE-8F52-5A96260F97A5}" dt="2022-12-03T12:27:05.971" v="2162" actId="34135"/>
        <pc:sldMkLst>
          <pc:docMk/>
          <pc:sldMk cId="1848810976" sldId="352"/>
        </pc:sldMkLst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2" creationId="{487A9645-787B-0FBF-7E31-70F7639FFDF9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5" creationId="{76EF8051-9646-4552-BE57-7D95D1538BA2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6" creationId="{E556F07A-8481-64EF-FF64-DAAE24D04A03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2:27:05.971" v="2162" actId="34135"/>
          <ac:spMkLst>
            <pc:docMk/>
            <pc:sldMk cId="1848810976" sldId="352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12:27:05.971" v="2162" actId="34135"/>
          <ac:grpSpMkLst>
            <pc:docMk/>
            <pc:sldMk cId="1848810976" sldId="352"/>
            <ac:grpSpMk id="8" creationId="{B7146D0B-6384-A88A-BD5B-E8C6D82D9F2A}"/>
          </ac:grpSpMkLst>
        </pc:grpChg>
        <pc:cxnChg chg="mod">
          <ac:chgData name="yoon xihyeon" userId="b03689a23d6da60b" providerId="LiveId" clId="{5D914AD7-9230-47CE-8F52-5A96260F97A5}" dt="2022-12-03T12:27:05.971" v="2162" actId="34135"/>
          <ac:cxnSpMkLst>
            <pc:docMk/>
            <pc:sldMk cId="1848810976" sldId="352"/>
            <ac:cxnSpMk id="4" creationId="{9A8E474A-6ECB-442D-8A42-7881F4DFBB2A}"/>
          </ac:cxnSpMkLst>
        </pc:cxnChg>
      </pc:sldChg>
      <pc:sldChg chg="addSp delSp modSp add mod">
        <pc:chgData name="yoon xihyeon" userId="b03689a23d6da60b" providerId="LiveId" clId="{5D914AD7-9230-47CE-8F52-5A96260F97A5}" dt="2022-12-03T10:37:19.952" v="2149"/>
        <pc:sldMkLst>
          <pc:docMk/>
          <pc:sldMk cId="3076298570" sldId="353"/>
        </pc:sldMkLst>
        <pc:spChg chg="add mod ord">
          <ac:chgData name="yoon xihyeon" userId="b03689a23d6da60b" providerId="LiveId" clId="{5D914AD7-9230-47CE-8F52-5A96260F97A5}" dt="2022-12-03T10:29:23.901" v="1992" actId="1035"/>
          <ac:spMkLst>
            <pc:docMk/>
            <pc:sldMk cId="3076298570" sldId="353"/>
            <ac:spMk id="2" creationId="{B994963E-0FB4-0630-99CD-87C9BDEBBFD0}"/>
          </ac:spMkLst>
        </pc:spChg>
        <pc:spChg chg="add mod">
          <ac:chgData name="yoon xihyeon" userId="b03689a23d6da60b" providerId="LiveId" clId="{5D914AD7-9230-47CE-8F52-5A96260F97A5}" dt="2022-12-03T10:37:19.952" v="2149"/>
          <ac:spMkLst>
            <pc:docMk/>
            <pc:sldMk cId="3076298570" sldId="353"/>
            <ac:spMk id="3" creationId="{5B0642E0-F60C-7A50-397B-192F5AEA715C}"/>
          </ac:spMkLst>
        </pc:spChg>
        <pc:spChg chg="mod">
          <ac:chgData name="yoon xihyeon" userId="b03689a23d6da60b" providerId="LiveId" clId="{5D914AD7-9230-47CE-8F52-5A96260F97A5}" dt="2022-12-03T10:29:26.654" v="1994" actId="207"/>
          <ac:spMkLst>
            <pc:docMk/>
            <pc:sldMk cId="3076298570" sldId="353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16:34.497" v="1703" actId="478"/>
          <ac:spMkLst>
            <pc:docMk/>
            <pc:sldMk cId="3076298570" sldId="353"/>
            <ac:spMk id="7" creationId="{7862B3F7-5E25-A7FD-40E4-E5950191F795}"/>
          </ac:spMkLst>
        </pc:spChg>
        <pc:spChg chg="del mod">
          <ac:chgData name="yoon xihyeon" userId="b03689a23d6da60b" providerId="LiveId" clId="{5D914AD7-9230-47CE-8F52-5A96260F97A5}" dt="2022-12-03T10:37:10.153" v="2147" actId="21"/>
          <ac:spMkLst>
            <pc:docMk/>
            <pc:sldMk cId="3076298570" sldId="353"/>
            <ac:spMk id="12" creationId="{CB63722A-45C0-DA96-8D10-A88D88E14E0E}"/>
          </ac:spMkLst>
        </pc:spChg>
      </pc:sldChg>
      <pc:sldChg chg="addSp delSp modSp add del mod">
        <pc:chgData name="yoon xihyeon" userId="b03689a23d6da60b" providerId="LiveId" clId="{5D914AD7-9230-47CE-8F52-5A96260F97A5}" dt="2022-12-03T12:28:09.415" v="2167" actId="47"/>
        <pc:sldMkLst>
          <pc:docMk/>
          <pc:sldMk cId="363000580" sldId="354"/>
        </pc:sldMkLst>
        <pc:spChg chg="del">
          <ac:chgData name="yoon xihyeon" userId="b03689a23d6da60b" providerId="LiveId" clId="{5D914AD7-9230-47CE-8F52-5A96260F97A5}" dt="2022-12-03T10:16:56.149" v="1709" actId="478"/>
          <ac:spMkLst>
            <pc:docMk/>
            <pc:sldMk cId="363000580" sldId="354"/>
            <ac:spMk id="2" creationId="{B994963E-0FB4-0630-99CD-87C9BDEBBFD0}"/>
          </ac:spMkLst>
        </pc:spChg>
        <pc:spChg chg="add mod ord">
          <ac:chgData name="yoon xihyeon" userId="b03689a23d6da60b" providerId="LiveId" clId="{5D914AD7-9230-47CE-8F52-5A96260F97A5}" dt="2022-12-03T10:30:53.195" v="2006" actId="1036"/>
          <ac:spMkLst>
            <pc:docMk/>
            <pc:sldMk cId="363000580" sldId="354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0:56.137" v="2008" actId="207"/>
          <ac:spMkLst>
            <pc:docMk/>
            <pc:sldMk cId="363000580" sldId="354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4.847" v="2103" actId="20577"/>
          <ac:spMkLst>
            <pc:docMk/>
            <pc:sldMk cId="363000580" sldId="354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7.016" v="2104" actId="20577"/>
        <pc:sldMkLst>
          <pc:docMk/>
          <pc:sldMk cId="719028497" sldId="355"/>
        </pc:sldMkLst>
        <pc:spChg chg="add mod ord">
          <ac:chgData name="yoon xihyeon" userId="b03689a23d6da60b" providerId="LiveId" clId="{5D914AD7-9230-47CE-8F52-5A96260F97A5}" dt="2022-12-03T10:17:18.411" v="1714" actId="167"/>
          <ac:spMkLst>
            <pc:docMk/>
            <pc:sldMk cId="719028497" sldId="355"/>
            <ac:spMk id="2" creationId="{4213C91C-166F-499B-1543-6482AA6C2A27}"/>
          </ac:spMkLst>
        </pc:spChg>
        <pc:spChg chg="del">
          <ac:chgData name="yoon xihyeon" userId="b03689a23d6da60b" providerId="LiveId" clId="{5D914AD7-9230-47CE-8F52-5A96260F97A5}" dt="2022-12-03T10:17:19.536" v="1715" actId="478"/>
          <ac:spMkLst>
            <pc:docMk/>
            <pc:sldMk cId="719028497" sldId="355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1:00.424" v="2009" actId="207"/>
          <ac:spMkLst>
            <pc:docMk/>
            <pc:sldMk cId="719028497" sldId="355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7.016" v="2104" actId="20577"/>
          <ac:spMkLst>
            <pc:docMk/>
            <pc:sldMk cId="719028497" sldId="355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7:05.604" v="2146"/>
        <pc:sldMkLst>
          <pc:docMk/>
          <pc:sldMk cId="3399616171" sldId="356"/>
        </pc:sldMkLst>
        <pc:spChg chg="add del mod">
          <ac:chgData name="yoon xihyeon" userId="b03689a23d6da60b" providerId="LiveId" clId="{5D914AD7-9230-47CE-8F52-5A96260F97A5}" dt="2022-12-03T10:37:04.870" v="2145" actId="478"/>
          <ac:spMkLst>
            <pc:docMk/>
            <pc:sldMk cId="3399616171" sldId="356"/>
            <ac:spMk id="2" creationId="{31A5949A-B189-68B9-7839-152E3CE24638}"/>
          </ac:spMkLst>
        </pc:spChg>
        <pc:spChg chg="add mod ord">
          <ac:chgData name="yoon xihyeon" userId="b03689a23d6da60b" providerId="LiveId" clId="{5D914AD7-9230-47CE-8F52-5A96260F97A5}" dt="2022-12-03T10:36:28.948" v="2137" actId="167"/>
          <ac:spMkLst>
            <pc:docMk/>
            <pc:sldMk cId="3399616171" sldId="356"/>
            <ac:spMk id="3" creationId="{27FC7C8F-065E-310A-2A2E-97113646C290}"/>
          </ac:spMkLst>
        </pc:spChg>
        <pc:spChg chg="add mod">
          <ac:chgData name="yoon xihyeon" userId="b03689a23d6da60b" providerId="LiveId" clId="{5D914AD7-9230-47CE-8F52-5A96260F97A5}" dt="2022-12-03T10:37:05.604" v="2146"/>
          <ac:spMkLst>
            <pc:docMk/>
            <pc:sldMk cId="3399616171" sldId="356"/>
            <ac:spMk id="4" creationId="{003175B6-0AC0-9EA7-2ED3-674ED30C0CAE}"/>
          </ac:spMkLst>
        </pc:spChg>
        <pc:spChg chg="del">
          <ac:chgData name="yoon xihyeon" userId="b03689a23d6da60b" providerId="LiveId" clId="{5D914AD7-9230-47CE-8F52-5A96260F97A5}" dt="2022-12-03T10:36:30.386" v="2138" actId="478"/>
          <ac:spMkLst>
            <pc:docMk/>
            <pc:sldMk cId="3399616171" sldId="356"/>
            <ac:spMk id="7" creationId="{7862B3F7-5E25-A7FD-40E4-E5950191F795}"/>
          </ac:spMkLst>
        </pc:spChg>
        <pc:spChg chg="del">
          <ac:chgData name="yoon xihyeon" userId="b03689a23d6da60b" providerId="LiveId" clId="{5D914AD7-9230-47CE-8F52-5A96260F97A5}" dt="2022-12-03T10:34:30.237" v="2108" actId="478"/>
          <ac:spMkLst>
            <pc:docMk/>
            <pc:sldMk cId="3399616171" sldId="356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42.585" v="2114"/>
        <pc:sldMkLst>
          <pc:docMk/>
          <pc:sldMk cId="2003745268" sldId="357"/>
        </pc:sldMkLst>
        <pc:spChg chg="add mod">
          <ac:chgData name="yoon xihyeon" userId="b03689a23d6da60b" providerId="LiveId" clId="{5D914AD7-9230-47CE-8F52-5A96260F97A5}" dt="2022-12-03T10:34:42.585" v="2114"/>
          <ac:spMkLst>
            <pc:docMk/>
            <pc:sldMk cId="2003745268" sldId="357"/>
            <ac:spMk id="3" creationId="{37574878-3EEB-78B2-98FA-FD715F35483A}"/>
          </ac:spMkLst>
        </pc:spChg>
        <pc:spChg chg="del">
          <ac:chgData name="yoon xihyeon" userId="b03689a23d6da60b" providerId="LiveId" clId="{5D914AD7-9230-47CE-8F52-5A96260F97A5}" dt="2022-12-03T10:34:42.240" v="2113" actId="478"/>
          <ac:spMkLst>
            <pc:docMk/>
            <pc:sldMk cId="2003745268" sldId="357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56.600" v="2119"/>
        <pc:sldMkLst>
          <pc:docMk/>
          <pc:sldMk cId="2460096975" sldId="358"/>
        </pc:sldMkLst>
        <pc:spChg chg="add mod">
          <ac:chgData name="yoon xihyeon" userId="b03689a23d6da60b" providerId="LiveId" clId="{5D914AD7-9230-47CE-8F52-5A96260F97A5}" dt="2022-12-03T10:34:56.600" v="2119"/>
          <ac:spMkLst>
            <pc:docMk/>
            <pc:sldMk cId="2460096975" sldId="358"/>
            <ac:spMk id="2" creationId="{5D92EB44-D924-27C7-04BE-FB782AE9B829}"/>
          </ac:spMkLst>
        </pc:spChg>
        <pc:spChg chg="del">
          <ac:chgData name="yoon xihyeon" userId="b03689a23d6da60b" providerId="LiveId" clId="{5D914AD7-9230-47CE-8F52-5A96260F97A5}" dt="2022-12-03T10:34:56.304" v="2118" actId="478"/>
          <ac:spMkLst>
            <pc:docMk/>
            <pc:sldMk cId="2460096975" sldId="358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5:09.309" v="2124"/>
        <pc:sldMkLst>
          <pc:docMk/>
          <pc:sldMk cId="416386707" sldId="359"/>
        </pc:sldMkLst>
        <pc:spChg chg="add mod">
          <ac:chgData name="yoon xihyeon" userId="b03689a23d6da60b" providerId="LiveId" clId="{5D914AD7-9230-47CE-8F52-5A96260F97A5}" dt="2022-12-03T10:35:09.309" v="2124"/>
          <ac:spMkLst>
            <pc:docMk/>
            <pc:sldMk cId="416386707" sldId="359"/>
            <ac:spMk id="3" creationId="{79A4EFA8-8208-E4BD-5AAD-C614C71B132C}"/>
          </ac:spMkLst>
        </pc:spChg>
        <pc:spChg chg="del">
          <ac:chgData name="yoon xihyeon" userId="b03689a23d6da60b" providerId="LiveId" clId="{5D914AD7-9230-47CE-8F52-5A96260F97A5}" dt="2022-12-03T10:35:09.043" v="2123" actId="478"/>
          <ac:spMkLst>
            <pc:docMk/>
            <pc:sldMk cId="416386707" sldId="359"/>
            <ac:spMk id="12" creationId="{CB63722A-45C0-DA96-8D10-A88D88E14E0E}"/>
          </ac:spMkLst>
        </pc:spChg>
      </pc:sldChg>
      <pc:sldChg chg="add del ord">
        <pc:chgData name="yoon xihyeon" userId="b03689a23d6da60b" providerId="LiveId" clId="{5D914AD7-9230-47CE-8F52-5A96260F97A5}" dt="2022-12-03T10:37:41.759" v="2152" actId="47"/>
        <pc:sldMkLst>
          <pc:docMk/>
          <pc:sldMk cId="900837755" sldId="360"/>
        </pc:sldMkLst>
      </pc:sldChg>
      <pc:sldChg chg="add del ord">
        <pc:chgData name="yoon xihyeon" userId="b03689a23d6da60b" providerId="LiveId" clId="{5D914AD7-9230-47CE-8F52-5A96260F97A5}" dt="2022-12-03T10:37:42.911" v="2153" actId="47"/>
        <pc:sldMkLst>
          <pc:docMk/>
          <pc:sldMk cId="876336245" sldId="361"/>
        </pc:sldMkLst>
      </pc:sldChg>
      <pc:sldChg chg="add">
        <pc:chgData name="yoon xihyeon" userId="b03689a23d6da60b" providerId="LiveId" clId="{5D914AD7-9230-47CE-8F52-5A96260F97A5}" dt="2022-12-03T10:36:11.266" v="2131" actId="2890"/>
        <pc:sldMkLst>
          <pc:docMk/>
          <pc:sldMk cId="312894097" sldId="362"/>
        </pc:sldMkLst>
      </pc:sldChg>
      <pc:sldChg chg="add ord">
        <pc:chgData name="yoon xihyeon" userId="b03689a23d6da60b" providerId="LiveId" clId="{5D914AD7-9230-47CE-8F52-5A96260F97A5}" dt="2022-12-03T10:37:29.326" v="2151"/>
        <pc:sldMkLst>
          <pc:docMk/>
          <pc:sldMk cId="2838449012" sldId="363"/>
        </pc:sldMkLst>
      </pc:sldChg>
      <pc:sldChg chg="addSp delSp modSp add del setBg">
        <pc:chgData name="yoon xihyeon" userId="b03689a23d6da60b" providerId="LiveId" clId="{5D914AD7-9230-47CE-8F52-5A96260F97A5}" dt="2022-12-03T12:27:43.194" v="2166" actId="47"/>
        <pc:sldMkLst>
          <pc:docMk/>
          <pc:sldMk cId="1675813537" sldId="365"/>
        </pc:sldMkLst>
        <pc:spChg chg="mod">
          <ac:chgData name="yoon xihyeon" userId="b03689a23d6da60b" providerId="LiveId" clId="{5D914AD7-9230-47CE-8F52-5A96260F97A5}" dt="2022-12-03T12:27:41.603" v="2165"/>
          <ac:spMkLst>
            <pc:docMk/>
            <pc:sldMk cId="1675813537" sldId="365"/>
            <ac:spMk id="5" creationId="{FDB9A5FD-AF14-DC8B-0806-93E26BE29C46}"/>
          </ac:spMkLst>
        </pc:spChg>
        <pc:spChg chg="add del mod">
          <ac:chgData name="yoon xihyeon" userId="b03689a23d6da60b" providerId="LiveId" clId="{5D914AD7-9230-47CE-8F52-5A96260F97A5}" dt="2022-12-03T12:27:41.603" v="2165"/>
          <ac:spMkLst>
            <pc:docMk/>
            <pc:sldMk cId="1675813537" sldId="365"/>
            <ac:spMk id="7" creationId="{8AED48DA-8F9A-B762-00C1-C3AD79E668FC}"/>
          </ac:spMkLst>
        </pc:spChg>
      </pc:sldChg>
      <pc:sldChg chg="modSp mod">
        <pc:chgData name="yoon xihyeon" userId="b03689a23d6da60b" providerId="LiveId" clId="{5D914AD7-9230-47CE-8F52-5A96260F97A5}" dt="2022-12-03T12:29:22.342" v="2168" actId="20577"/>
        <pc:sldMkLst>
          <pc:docMk/>
          <pc:sldMk cId="3431002244" sldId="365"/>
        </pc:sldMkLst>
        <pc:spChg chg="mod">
          <ac:chgData name="yoon xihyeon" userId="b03689a23d6da60b" providerId="LiveId" clId="{5D914AD7-9230-47CE-8F52-5A96260F97A5}" dt="2022-12-03T12:29:22.342" v="2168" actId="20577"/>
          <ac:spMkLst>
            <pc:docMk/>
            <pc:sldMk cId="3431002244" sldId="365"/>
            <ac:spMk id="2" creationId="{9ACC791C-33C7-6FFD-2388-5C8E6A99D10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jp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1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lang="en-US" altLang="ko-KR" sz="3200" dirty="0">
              <a:solidFill>
                <a:prstClr val="white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그룹 38">
            <a:extLst>
              <a:ext uri="{FF2B5EF4-FFF2-40B4-BE49-F238E27FC236}">
                <a16:creationId xmlns:a16="http://schemas.microsoft.com/office/drawing/2014/main" id="{5AE8CE96-121F-E1E1-C732-19E54A31025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939257" y="956441"/>
            <a:ext cx="4313486" cy="3600000"/>
            <a:chOff x="3939257" y="956441"/>
            <a:chExt cx="4313486" cy="360000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86F99E34-0338-4A73-3490-2E37DFFE0ED4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3939257" y="956441"/>
              <a:ext cx="4313486" cy="3600000"/>
              <a:chOff x="3939257" y="956441"/>
              <a:chExt cx="4313486" cy="3600000"/>
            </a:xfrm>
          </p:grpSpPr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A81C7FE2-5A76-4C1A-8F4E-BBD5A32DB97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 rot="5400000">
                <a:off x="4296000" y="599698"/>
                <a:ext cx="3600000" cy="4313486"/>
              </a:xfrm>
              <a:prstGeom prst="ellipse">
                <a:avLst/>
              </a:prstGeom>
              <a:solidFill>
                <a:schemeClr val="accent2">
                  <a:alpha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7034D5-42A8-4241-9D66-9B53239DB210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5522445" y="1048794"/>
                <a:ext cx="10967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개발</a:t>
                </a:r>
                <a:r>
                  <a:rPr lang="en-US" altLang="ko-KR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/</a:t>
                </a:r>
                <a:r>
                  <a:rPr lang="ko-KR" altLang="en-US" dirty="0">
                    <a:solidFill>
                      <a:schemeClr val="accent2">
                        <a:lumMod val="20000"/>
                        <a:lumOff val="80000"/>
                      </a:schemeClr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실행</a:t>
                </a:r>
              </a:p>
            </p:txBody>
          </p:sp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8C3CF9D3-1276-7A55-B535-19C592EE3CF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65707" y="1418126"/>
                <a:ext cx="1325278" cy="1325278"/>
              </a:xfrm>
              <a:prstGeom prst="rect">
                <a:avLst/>
              </a:prstGeom>
            </p:spPr>
          </p:pic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02689628-409A-D468-549C-A38C7E22FDE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94498" y="1418126"/>
                <a:ext cx="1325278" cy="1325278"/>
              </a:xfrm>
              <a:prstGeom prst="rect">
                <a:avLst/>
              </a:prstGeom>
            </p:spPr>
          </p:pic>
        </p:grp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E49B6D5F-A21E-4FE1-D6B3-06440820A44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7184" y="2486611"/>
              <a:ext cx="1717631" cy="1231509"/>
            </a:xfrm>
            <a:prstGeom prst="rect">
              <a:avLst/>
            </a:prstGeom>
          </p:spPr>
        </p:pic>
      </p:grp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C99F1C-F731-EC76-827D-0F99E6DDF0E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642733" y="3011650"/>
            <a:ext cx="4521244" cy="3600000"/>
            <a:chOff x="6778305" y="911208"/>
            <a:chExt cx="4521244" cy="3600000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6200000">
              <a:off x="7238927" y="450586"/>
              <a:ext cx="3600000" cy="4521244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6E9DB3A-2048-EAB6-36B7-616D8946E83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67484" y="1036670"/>
              <a:ext cx="9428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DB/</a:t>
              </a:r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서버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63068263-0F23-D4D1-2D01-B8BB0B0B329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5205" y="2435635"/>
              <a:ext cx="1381326" cy="972619"/>
            </a:xfrm>
            <a:prstGeom prst="rect">
              <a:avLst/>
            </a:prstGeom>
          </p:spPr>
        </p:pic>
        <p:pic>
          <p:nvPicPr>
            <p:cNvPr id="24" name="그림 23" descr="텍스트이(가) 표시된 사진&#10;&#10;자동 생성된 설명">
              <a:extLst>
                <a:ext uri="{FF2B5EF4-FFF2-40B4-BE49-F238E27FC236}">
                  <a16:creationId xmlns:a16="http://schemas.microsoft.com/office/drawing/2014/main" id="{A25E9556-17A4-E831-67F4-C61A2DC976E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33335" y="1513060"/>
              <a:ext cx="1211176" cy="1145111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61E6806-9713-7873-DCE2-E314CC616E9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98362" y="2435635"/>
              <a:ext cx="1062038" cy="106203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30C89C6B-B2BE-6534-7432-E60BFC145F7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60400" y="3036787"/>
              <a:ext cx="1557045" cy="1082406"/>
            </a:xfrm>
            <a:prstGeom prst="rect">
              <a:avLst/>
            </a:prstGeom>
          </p:spPr>
        </p:pic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F433DDF-528E-1118-9B31-430149BA99C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206657" y="3011650"/>
            <a:ext cx="4313486" cy="3600000"/>
            <a:chOff x="1206657" y="3011650"/>
            <a:chExt cx="4313486" cy="3600000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1563400" y="2654907"/>
              <a:ext cx="3600000" cy="4313486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5ABEF6-466C-8411-6B1B-E095C931311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964572" y="3466756"/>
              <a:ext cx="7473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>
                  <a:solidFill>
                    <a:schemeClr val="accent2">
                      <a:lumMod val="75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디자인</a:t>
              </a:r>
              <a:endPara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C4F4A47-7470-5F95-B2E9-2F4231028B9B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54" y="4337063"/>
              <a:ext cx="1052035" cy="1052035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2F144570-72F4-6AD5-313E-63970DDB0A8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0923" y="4337063"/>
              <a:ext cx="1052034" cy="1052034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F173BDA9-8514-33C4-0E0A-28677657D2F3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00786" y="4337063"/>
              <a:ext cx="1052035" cy="10520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8113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9306" y="2653442"/>
              <a:ext cx="7495874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정보를 바탕으로 나에게 맞는 영양성분 수치 검색하고 가져오기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섭취량과 목표량을 보기 쉽게 수치화해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입력된 정보를 바탕으로 수치화된 영양정보 표로 제공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이전 섭취량 기록 데이터 저장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나의 성분분석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9305" y="2653442"/>
              <a:ext cx="8818151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기록할 때마다 실시간으로 변하는 영양성분 섭취량과 남은 양을 눈에 보기 쉽게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나에게 맞는 음식인지 알려줌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알러지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사용하면서 쌓인 데이터를 분석하여 이용자에게 더 적합한 맟춤형 식당 제공 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(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보류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)</a:t>
              </a:r>
            </a:p>
            <a:p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체형에 맞게 영향성분 분석 및 남은 하루 권장 영향 성분 권장량 계산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영양성분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164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67525" y="2803786"/>
              <a:ext cx="8709094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혹은 음식제품의 큐알 코드 스캔시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 음식에 들어가는 성분들을 분석해 수치화된 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영양정보를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제공 및 나의 체질에 맞는 가장 좋은 메뉴 추천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결과를 토대로 섭취한 양에 따른 값 변화를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화면에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UI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표시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음식 클릭 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실제 음식 사이즈를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미리 확인할 수 있게 배치 기능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*AR</a:t>
              </a:r>
              <a:r>
                <a:rPr lang="ko-KR" altLang="en-US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구현</a:t>
              </a:r>
              <a:endParaRPr lang="en-US" altLang="ko-KR" sz="2000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8810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3CB85-11BD-80A6-817A-0753C1B6A628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3CC88-3E96-2782-954C-69B06004925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인터페이스 구성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29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3175B6-0AC0-9EA7-2ED3-674ED30C0CA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시스템 구성도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9616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30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5BB24B-4520-62AE-119A-9AB8CF3BF345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서비스 흐름도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/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31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42E0-F60C-7A50-397B-192F5AEA715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76298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595EC94-8EAF-486A-983B-99B1085AE833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srgbClr val="6D8CAC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srgbClr val="6D8CAC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스토리 보드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-AR/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 화면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60000"/>
                    <a:lumOff val="4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CC791C-33C7-6FFD-2388-5C8E6A99D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3065" y="2194032"/>
            <a:ext cx="421127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로그인 성공 시 인바디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측정 기록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목표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 화면으로 넘어감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 하단부에는 홈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섭취량 확인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마이페이지로 구성됨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-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인바디 아래의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+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버튼 클릭 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인바디를 측정할 수 있는 화면으로 이동함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srgbClr val="C9CACF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F8F78-E878-46E8-7B8E-3F2DA4D746C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173986" y="5742118"/>
            <a:ext cx="1105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초기화면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6028BB-D298-DD97-DAE0-D7C094C33F4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415244" y="5742118"/>
            <a:ext cx="16917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+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C9CACF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버튼 클릭 시</a:t>
            </a:r>
          </a:p>
        </p:txBody>
      </p:sp>
      <p:pic>
        <p:nvPicPr>
          <p:cNvPr id="14" name="그림 13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28B9E623-14FD-599E-CDE0-EC170ED93A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483" y="396968"/>
            <a:ext cx="3471065" cy="5785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28BE1E5-4293-4ABA-AC4B-6887D0E448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55747" y="5128444"/>
            <a:ext cx="17621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홈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A77359-052C-908A-B419-FA3844B3F7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089505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AR</a:t>
            </a: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음식성분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FDAAB0-30D5-4089-2001-83783DDF128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35086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섭취량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F8F9C4-A78C-654B-B3B6-BB3F4AB02D2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50424" y="5128444"/>
            <a:ext cx="63745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마루 부리 Beta"/>
                <a:cs typeface="+mn-cs"/>
              </a:rPr>
              <a:t>마이페이지</a:t>
            </a:r>
          </a:p>
        </p:txBody>
      </p:sp>
      <p:pic>
        <p:nvPicPr>
          <p:cNvPr id="20" name="그림 19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532C76DD-E179-2EB6-2F03-42F6F0167D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7880" y="449335"/>
            <a:ext cx="3521641" cy="579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002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/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33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19028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34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449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35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2894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/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36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74878-3EEB-78B2-98FA-FD715F35483A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03745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/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37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92EB44-D924-27C7-04BE-FB782AE9B829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60096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/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38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4EFA8-8208-E4BD-5AAD-C614C71B132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638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F236F-C956-8247-DA84-DBF48FA4A2F2}"/>
              </a:ext>
            </a:extLst>
          </p:cNvPr>
          <p:cNvSpPr txBox="1"/>
          <p:nvPr/>
        </p:nvSpPr>
        <p:spPr>
          <a:xfrm>
            <a:off x="329610" y="111525"/>
            <a:ext cx="24961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타원 11">
            <a:extLst>
              <a:ext uri="{FF2B5EF4-FFF2-40B4-BE49-F238E27FC236}">
                <a16:creationId xmlns:a16="http://schemas.microsoft.com/office/drawing/2014/main" id="{47787AB6-23A8-0438-1C50-B29FA53CD797}"/>
              </a:ext>
            </a:extLst>
          </p:cNvPr>
          <p:cNvSpPr/>
          <p:nvPr/>
        </p:nvSpPr>
        <p:spPr>
          <a:xfrm>
            <a:off x="8474152" y="652690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663810" y="3140152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4291842" y="629515"/>
            <a:ext cx="3717849" cy="37178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87E40-8C6D-411B-ADF3-D51036089F8E}"/>
              </a:ext>
            </a:extLst>
          </p:cNvPr>
          <p:cNvSpPr txBox="1"/>
          <p:nvPr/>
        </p:nvSpPr>
        <p:spPr>
          <a:xfrm>
            <a:off x="4792403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703E8-0523-17BE-BF61-DAC77D04D160}"/>
              </a:ext>
            </a:extLst>
          </p:cNvPr>
          <p:cNvSpPr txBox="1"/>
          <p:nvPr/>
        </p:nvSpPr>
        <p:spPr>
          <a:xfrm>
            <a:off x="329610" y="111525"/>
            <a:ext cx="42098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9. 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기대 효과 및 활용 방안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AD064C-2529-8B79-7621-D31FA7140FB7}"/>
              </a:ext>
            </a:extLst>
          </p:cNvPr>
          <p:cNvSpPr txBox="1"/>
          <p:nvPr/>
        </p:nvSpPr>
        <p:spPr>
          <a:xfrm>
            <a:off x="7047976" y="4140860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2299285" y="3056831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A12A1-8C0D-1EF4-AFD2-D71BFE6DCC2B}"/>
              </a:ext>
            </a:extLst>
          </p:cNvPr>
          <p:cNvSpPr txBox="1"/>
          <p:nvPr/>
        </p:nvSpPr>
        <p:spPr>
          <a:xfrm>
            <a:off x="2732618" y="4139705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01B5952-1395-031D-7267-20370B40C8F4}"/>
              </a:ext>
            </a:extLst>
          </p:cNvPr>
          <p:cNvSpPr/>
          <p:nvPr/>
        </p:nvSpPr>
        <p:spPr>
          <a:xfrm>
            <a:off x="161298" y="634745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12E2-A1BE-882B-B9F6-A52C642616ED}"/>
              </a:ext>
            </a:extLst>
          </p:cNvPr>
          <p:cNvSpPr txBox="1"/>
          <p:nvPr/>
        </p:nvSpPr>
        <p:spPr>
          <a:xfrm>
            <a:off x="614895" y="1506878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714B8-BDE2-86B7-8C22-7E53268E9C87}"/>
              </a:ext>
            </a:extLst>
          </p:cNvPr>
          <p:cNvSpPr txBox="1"/>
          <p:nvPr/>
        </p:nvSpPr>
        <p:spPr>
          <a:xfrm>
            <a:off x="9077546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96EF073-A90A-6C6D-50AC-593A17D6ED7C}"/>
              </a:ext>
            </a:extLst>
          </p:cNvPr>
          <p:cNvSpPr/>
          <p:nvPr/>
        </p:nvSpPr>
        <p:spPr>
          <a:xfrm>
            <a:off x="0" y="3428999"/>
            <a:ext cx="12192000" cy="3428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10606" y="2180267"/>
            <a:ext cx="21707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감사합니다</a:t>
            </a:r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~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41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901</TotalTime>
  <Words>1858</Words>
  <Application>Microsoft Office PowerPoint</Application>
  <PresentationFormat>와이드스크린</PresentationFormat>
  <Paragraphs>389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49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35</cp:revision>
  <dcterms:created xsi:type="dcterms:W3CDTF">2020-11-18T01:48:02Z</dcterms:created>
  <dcterms:modified xsi:type="dcterms:W3CDTF">2022-12-03T12:29:38Z</dcterms:modified>
</cp:coreProperties>
</file>