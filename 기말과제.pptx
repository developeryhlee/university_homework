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3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64" r:id="rId26"/>
    <p:sldId id="348" r:id="rId27"/>
    <p:sldId id="351" r:id="rId28"/>
    <p:sldId id="352" r:id="rId29"/>
    <p:sldId id="356" r:id="rId30"/>
    <p:sldId id="294" r:id="rId31"/>
    <p:sldId id="353" r:id="rId32"/>
    <p:sldId id="365" r:id="rId33"/>
    <p:sldId id="366" r:id="rId34"/>
    <p:sldId id="367" r:id="rId35"/>
    <p:sldId id="369" r:id="rId36"/>
    <p:sldId id="368" r:id="rId37"/>
    <p:sldId id="370" r:id="rId38"/>
    <p:sldId id="371" r:id="rId39"/>
    <p:sldId id="293" r:id="rId40"/>
    <p:sldId id="372" r:id="rId41"/>
    <p:sldId id="266" r:id="rId4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4T14:52:28.136" v="3198" actId="20577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2-03T12:26:49.766" v="2159" actId="34135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" creationId="{BE34243B-0159-B3C6-45A9-70E5FB00F57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5" creationId="{B0DD473D-626F-4DC6-A648-3BFCC6B4AF47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6" creationId="{C4404A3D-C925-4422-B36F-7ADEB3EAF66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7" creationId="{E8A0000D-7E54-4A27-84C9-D2E4F33159A4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8" creationId="{3773FE2E-63C9-4C75-B7D8-DECD7FFAFFB3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9" creationId="{120F1523-9CAD-4C27-A816-6A3DB5808645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0" creationId="{85DFD22B-A591-4CCA-B629-F891C787C026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1" creationId="{EB34BCCA-2631-4478-B26A-D30B20B83E90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2" creationId="{7721A97E-197F-4022-8947-CAF47AC231A8}"/>
          </ac:spMkLst>
        </pc:sp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4" creationId="{9A8E474A-6ECB-442D-8A42-7881F4DFBB2A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2" creationId="{9742D1A6-E7F3-4E84-9CDB-BF483BDD38B5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6" creationId="{5F729412-9112-4DCB-A429-D645A9C6FCE2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9" creationId="{8A5DFFCE-4A81-4FD3-B342-6726CD12DD5D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22" creationId="{EBA72BCD-F717-4443-92F7-ABE5A7BB32FC}"/>
          </ac:cxnSpMkLst>
        </pc:cxnChg>
      </pc:sldChg>
      <pc:sldChg chg="addSp delSp modSp del mod">
        <pc:chgData name="yoon xihyeon" userId="b03689a23d6da60b" providerId="LiveId" clId="{5D914AD7-9230-47CE-8F52-5A96260F97A5}" dt="2022-12-04T14:47:33.450" v="3138" actId="4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del mod ord">
        <pc:chgData name="yoon xihyeon" userId="b03689a23d6da60b" providerId="LiveId" clId="{5D914AD7-9230-47CE-8F52-5A96260F97A5}" dt="2022-12-04T14:35:38.616" v="2172" actId="47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4T14:52:28.136" v="3198" actId="20577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add del">
          <ac:chgData name="yoon xihyeon" userId="b03689a23d6da60b" providerId="LiveId" clId="{5D914AD7-9230-47CE-8F52-5A96260F97A5}" dt="2022-12-04T14:35:17.766" v="2170" actId="22"/>
          <ac:spMkLst>
            <pc:docMk/>
            <pc:sldMk cId="1438082613" sldId="293"/>
            <ac:spMk id="7" creationId="{A30D70C1-7D5E-B7E9-96DF-41A9999D18ED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add mod modGraphic">
          <ac:chgData name="yoon xihyeon" userId="b03689a23d6da60b" providerId="LiveId" clId="{5D914AD7-9230-47CE-8F52-5A96260F97A5}" dt="2022-12-04T14:52:28.136" v="3198" actId="20577"/>
          <ac:graphicFrameMkLst>
            <pc:docMk/>
            <pc:sldMk cId="1438082613" sldId="293"/>
            <ac:graphicFrameMk id="8" creationId="{050C840D-AA71-AEBF-1101-867E37207FFB}"/>
          </ac:graphicFrameMkLst>
        </pc:graphicFrame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2:26:58.943" v="2160" actId="34135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6" creationId="{E556F07A-8481-64EF-FF64-DAAE24D04A03}"/>
          </ac:spMkLst>
        </pc:spChg>
        <pc:spChg chg="add 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12:26:58.943" v="2160" actId="34135"/>
          <ac:grpSpMkLst>
            <pc:docMk/>
            <pc:sldMk cId="4265482267" sldId="348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6:58.943" v="2160" actId="34135"/>
          <ac:cxnSpMkLst>
            <pc:docMk/>
            <pc:sldMk cId="4265482267" sldId="348"/>
            <ac:cxnSpMk id="4" creationId="{9A8E474A-6ECB-442D-8A42-7881F4DFBB2A}"/>
          </ac:cxnSpMkLst>
        </pc:cxn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2:27:01.535" v="2161" actId="34135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1.535" v="2161" actId="34135"/>
          <ac:grpSpMkLst>
            <pc:docMk/>
            <pc:sldMk cId="2881644187" sldId="351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1.535" v="2161" actId="34135"/>
          <ac:cxnSpMkLst>
            <pc:docMk/>
            <pc:sldMk cId="2881644187" sldId="351"/>
            <ac:cxnSpMk id="4" creationId="{9A8E474A-6ECB-442D-8A42-7881F4DFBB2A}"/>
          </ac:cxnSpMkLst>
        </pc:cxnChg>
      </pc:sldChg>
      <pc:sldChg chg="modSp add mod">
        <pc:chgData name="yoon xihyeon" userId="b03689a23d6da60b" providerId="LiveId" clId="{5D914AD7-9230-47CE-8F52-5A96260F97A5}" dt="2022-12-03T12:27:05.971" v="2162" actId="34135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5.971" v="2162" actId="34135"/>
          <ac:grpSpMkLst>
            <pc:docMk/>
            <pc:sldMk cId="1848810976" sldId="352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5.971" v="2162" actId="34135"/>
          <ac:cxnSpMkLst>
            <pc:docMk/>
            <pc:sldMk cId="1848810976" sldId="352"/>
            <ac:cxnSpMk id="4" creationId="{9A8E474A-6ECB-442D-8A42-7881F4DFBB2A}"/>
          </ac:cxnSpMkLst>
        </pc:cxn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del mod">
        <pc:chgData name="yoon xihyeon" userId="b03689a23d6da60b" providerId="LiveId" clId="{5D914AD7-9230-47CE-8F52-5A96260F97A5}" dt="2022-12-03T12:28:09.415" v="2167" actId="4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  <pc:sldChg chg="addSp delSp modSp add del setBg">
        <pc:chgData name="yoon xihyeon" userId="b03689a23d6da60b" providerId="LiveId" clId="{5D914AD7-9230-47CE-8F52-5A96260F97A5}" dt="2022-12-03T12:27:43.194" v="2166" actId="47"/>
        <pc:sldMkLst>
          <pc:docMk/>
          <pc:sldMk cId="1675813537" sldId="365"/>
        </pc:sldMkLst>
        <pc:spChg chg="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5" creationId="{FDB9A5FD-AF14-DC8B-0806-93E26BE29C46}"/>
          </ac:spMkLst>
        </pc:spChg>
        <pc:spChg chg="add del 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7" creationId="{8AED48DA-8F9A-B762-00C1-C3AD79E668FC}"/>
          </ac:spMkLst>
        </pc:spChg>
      </pc:sldChg>
      <pc:sldChg chg="modSp mod">
        <pc:chgData name="yoon xihyeon" userId="b03689a23d6da60b" providerId="LiveId" clId="{5D914AD7-9230-47CE-8F52-5A96260F97A5}" dt="2022-12-03T12:29:22.342" v="2168" actId="20577"/>
        <pc:sldMkLst>
          <pc:docMk/>
          <pc:sldMk cId="3431002244" sldId="365"/>
        </pc:sldMkLst>
        <pc:spChg chg="mod">
          <ac:chgData name="yoon xihyeon" userId="b03689a23d6da60b" providerId="LiveId" clId="{5D914AD7-9230-47CE-8F52-5A96260F97A5}" dt="2022-12-03T12:29:22.342" v="2168" actId="20577"/>
          <ac:spMkLst>
            <pc:docMk/>
            <pc:sldMk cId="3431002244" sldId="365"/>
            <ac:spMk id="2" creationId="{9ACC791C-33C7-6FFD-2388-5C8E6A99D104}"/>
          </ac:spMkLst>
        </pc:spChg>
      </pc:sldChg>
      <pc:sldChg chg="modSp add mod">
        <pc:chgData name="yoon xihyeon" userId="b03689a23d6da60b" providerId="LiveId" clId="{5D914AD7-9230-47CE-8F52-5A96260F97A5}" dt="2022-12-04T14:46:58.561" v="3137"/>
        <pc:sldMkLst>
          <pc:docMk/>
          <pc:sldMk cId="3291479207" sldId="372"/>
        </pc:sldMkLst>
        <pc:spChg chg="mod">
          <ac:chgData name="yoon xihyeon" userId="b03689a23d6da60b" providerId="LiveId" clId="{5D914AD7-9230-47CE-8F52-5A96260F97A5}" dt="2022-12-04T14:45:37.748" v="3006" actId="1076"/>
          <ac:spMkLst>
            <pc:docMk/>
            <pc:sldMk cId="3291479207" sldId="372"/>
            <ac:spMk id="7" creationId="{999A12A1-8C0D-1EF4-AFD2-D71BFE6DCC2B}"/>
          </ac:spMkLst>
        </pc:spChg>
        <pc:spChg chg="mod">
          <ac:chgData name="yoon xihyeon" userId="b03689a23d6da60b" providerId="LiveId" clId="{5D914AD7-9230-47CE-8F52-5A96260F97A5}" dt="2022-12-04T14:46:07.561" v="3080"/>
          <ac:spMkLst>
            <pc:docMk/>
            <pc:sldMk cId="3291479207" sldId="372"/>
            <ac:spMk id="8" creationId="{97AD064C-2529-8B79-7621-D31FA7140FB7}"/>
          </ac:spMkLst>
        </pc:spChg>
        <pc:spChg chg="mod">
          <ac:chgData name="yoon xihyeon" userId="b03689a23d6da60b" providerId="LiveId" clId="{5D914AD7-9230-47CE-8F52-5A96260F97A5}" dt="2022-12-04T14:45:34.688" v="3005"/>
          <ac:spMkLst>
            <pc:docMk/>
            <pc:sldMk cId="3291479207" sldId="372"/>
            <ac:spMk id="11" creationId="{084D12E2-A1BE-882B-B9F6-A52C642616ED}"/>
          </ac:spMkLst>
        </pc:spChg>
        <pc:spChg chg="mod">
          <ac:chgData name="yoon xihyeon" userId="b03689a23d6da60b" providerId="LiveId" clId="{5D914AD7-9230-47CE-8F52-5A96260F97A5}" dt="2022-12-04T14:43:16.955" v="2919" actId="1076"/>
          <ac:spMkLst>
            <pc:docMk/>
            <pc:sldMk cId="3291479207" sldId="372"/>
            <ac:spMk id="12" creationId="{47787AB6-23A8-0438-1C50-B29FA53CD797}"/>
          </ac:spMkLst>
        </pc:spChg>
        <pc:spChg chg="mod">
          <ac:chgData name="yoon xihyeon" userId="b03689a23d6da60b" providerId="LiveId" clId="{5D914AD7-9230-47CE-8F52-5A96260F97A5}" dt="2022-12-04T14:46:58.561" v="3137"/>
          <ac:spMkLst>
            <pc:docMk/>
            <pc:sldMk cId="3291479207" sldId="372"/>
            <ac:spMk id="13" creationId="{F43714B8-BDE2-86B7-8C22-7E53268E9C87}"/>
          </ac:spMkLst>
        </pc:spChg>
        <pc:spChg chg="mod">
          <ac:chgData name="yoon xihyeon" userId="b03689a23d6da60b" providerId="LiveId" clId="{5D914AD7-9230-47CE-8F52-5A96260F97A5}" dt="2022-12-04T14:41:43.928" v="2614"/>
          <ac:spMkLst>
            <pc:docMk/>
            <pc:sldMk cId="3291479207" sldId="372"/>
            <ac:spMk id="42" creationId="{D6B87E40-8C6D-411B-ADF3-D51036089F8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jp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5AE8CE96-121F-E1E1-C732-19E54A31025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939257" y="956441"/>
            <a:ext cx="4313486" cy="3600000"/>
            <a:chOff x="3939257" y="956441"/>
            <a:chExt cx="4313486" cy="360000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6F99E34-0338-4A73-3490-2E37DFFE0ED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939257" y="956441"/>
              <a:ext cx="4313486" cy="3600000"/>
              <a:chOff x="3939257" y="956441"/>
              <a:chExt cx="4313486" cy="3600000"/>
            </a:xfrm>
          </p:grpSpPr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A81C7FE2-5A76-4C1A-8F4E-BBD5A32DB9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 rot="5400000">
                <a:off x="4296000" y="599698"/>
                <a:ext cx="3600000" cy="4313486"/>
              </a:xfrm>
              <a:prstGeom prst="ellipse">
                <a:avLst/>
              </a:prstGeom>
              <a:solidFill>
                <a:schemeClr val="accent2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7034D5-42A8-4241-9D66-9B53239DB21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522445" y="1048794"/>
                <a:ext cx="10967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개발</a:t>
                </a:r>
                <a:r>
                  <a:rPr lang="en-US" altLang="ko-KR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/</a:t>
                </a:r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실행</a:t>
                </a:r>
              </a:p>
            </p:txBody>
          </p:sp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8C3CF9D3-1276-7A55-B535-19C592EE3C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65707" y="1418126"/>
                <a:ext cx="1325278" cy="1325278"/>
              </a:xfrm>
              <a:prstGeom prst="rect">
                <a:avLst/>
              </a:prstGeom>
            </p:spPr>
          </p:pic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02689628-409A-D468-549C-A38C7E22F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94498" y="1418126"/>
                <a:ext cx="1325278" cy="1325278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49B6D5F-A21E-4FE1-D6B3-06440820A44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7184" y="2486611"/>
              <a:ext cx="1717631" cy="1231509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C99F1C-F731-EC76-827D-0F99E6DDF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2733" y="3011650"/>
            <a:ext cx="4521244" cy="3600000"/>
            <a:chOff x="6778305" y="911208"/>
            <a:chExt cx="4521244" cy="360000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6200000">
              <a:off x="7238927" y="450586"/>
              <a:ext cx="3600000" cy="4521244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6E9DB3A-2048-EAB6-36B7-616D8946E83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7484" y="1036670"/>
              <a:ext cx="9428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DB/</a:t>
              </a:r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서버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63068263-0F23-D4D1-2D01-B8BB0B0B329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5205" y="2435635"/>
              <a:ext cx="1381326" cy="972619"/>
            </a:xfrm>
            <a:prstGeom prst="rect">
              <a:avLst/>
            </a:prstGeom>
          </p:spPr>
        </p:pic>
        <p:pic>
          <p:nvPicPr>
            <p:cNvPr id="24" name="그림 23" descr="텍스트이(가) 표시된 사진&#10;&#10;자동 생성된 설명">
              <a:extLst>
                <a:ext uri="{FF2B5EF4-FFF2-40B4-BE49-F238E27FC236}">
                  <a16:creationId xmlns:a16="http://schemas.microsoft.com/office/drawing/2014/main" id="{A25E9556-17A4-E831-67F4-C61A2DC976E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3335" y="1513060"/>
              <a:ext cx="1211176" cy="11451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61E6806-9713-7873-DCE2-E314CC616E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98362" y="2435635"/>
              <a:ext cx="1062038" cy="106203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0C89C6B-B2BE-6534-7432-E60BFC145F7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400" y="3036787"/>
              <a:ext cx="1557045" cy="1082406"/>
            </a:xfrm>
            <a:prstGeom prst="rect">
              <a:avLst/>
            </a:pr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F433DDF-528E-1118-9B31-430149BA99C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06657" y="3011650"/>
            <a:ext cx="4313486" cy="3600000"/>
            <a:chOff x="1206657" y="3011650"/>
            <a:chExt cx="4313486" cy="360000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1563400" y="2654907"/>
              <a:ext cx="3600000" cy="4313486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5ABEF6-466C-8411-6B1B-E095C93131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64572" y="3466756"/>
              <a:ext cx="7473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디자인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C4F4A47-7470-5F95-B2E9-2F4231028B9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54" y="4337063"/>
              <a:ext cx="1052035" cy="1052035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F144570-72F4-6AD5-313E-63970DDB0A8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23" y="4337063"/>
              <a:ext cx="1052034" cy="1052034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F173BDA9-8514-33C4-0E0A-28677657D2F3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0786" y="4337063"/>
              <a:ext cx="1052035" cy="10520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113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28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8832C4-F088-6EE5-CB79-BC2A7C0A24E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694" y="520331"/>
            <a:ext cx="3796886" cy="6328144"/>
          </a:xfrm>
          <a:prstGeom prst="rect">
            <a:avLst/>
          </a:prstGeom>
        </p:spPr>
      </p:pic>
      <p:pic>
        <p:nvPicPr>
          <p:cNvPr id="9" name="그림 8" descr="텍스트, 모니터, 화면이(가) 표시된 사진&#10;&#10;자동 생성된 설명">
            <a:extLst>
              <a:ext uri="{FF2B5EF4-FFF2-40B4-BE49-F238E27FC236}">
                <a16:creationId xmlns:a16="http://schemas.microsoft.com/office/drawing/2014/main" id="{E5B93231-F762-D9D5-3F5E-1117E4718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713" y="520331"/>
            <a:ext cx="3796887" cy="63281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2562F30-6F64-BD20-0443-E8B44C63C30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343" y="1546769"/>
            <a:ext cx="4182552" cy="28138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98C5B8-0BEA-81FF-0ADA-F2EC62EBB31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6286" y="4428908"/>
            <a:ext cx="1844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Cloud Server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연동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B1DE-6354-7673-D601-786F51922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14350" y="5956240"/>
            <a:ext cx="1669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87D117-FEFE-6FC5-6E11-9496F40EF84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124937" y="5958111"/>
            <a:ext cx="19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InBody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-AR/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 화면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CC791C-33C7-6FFD-2388-5C8E6A99D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3065" y="2194032"/>
            <a:ext cx="421127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 성공 시 인바디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측정 기록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목표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 화면으로 넘어감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 하단부에는 홈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섭취량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마이페이지로 구성됨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 아래의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버튼 클릭 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인바디를 측정할 수 있는 화면으로 이동함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8F78-E878-46E8-7B8E-3F2DA4D746C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3986" y="5742118"/>
            <a:ext cx="1105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초기화면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028BB-D298-DD97-DAE0-D7C094C33F4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15244" y="5742118"/>
            <a:ext cx="1691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 클릭 시</a:t>
            </a:r>
          </a:p>
        </p:txBody>
      </p:sp>
      <p:pic>
        <p:nvPicPr>
          <p:cNvPr id="14" name="그림 13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28B9E623-14FD-599E-CDE0-EC170ED93A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483" y="396968"/>
            <a:ext cx="3471065" cy="5785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8BE1E5-4293-4ABA-AC4B-6887D0E448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55747" y="5128444"/>
            <a:ext cx="17621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A77359-052C-908A-B419-FA3844B3F7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089505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AR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음식성분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FDAAB0-30D5-4089-2001-83783DDF128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35086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섭취량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8F9C4-A78C-654B-B3B6-BB3F4AB02D2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50424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마이페이지</a:t>
            </a:r>
          </a:p>
        </p:txBody>
      </p:sp>
      <p:pic>
        <p:nvPicPr>
          <p:cNvPr id="20" name="그림 19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532C76DD-E179-2EB6-2F03-42F6F0167D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880" y="449335"/>
            <a:ext cx="3521641" cy="57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002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8564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71098098-9B15-6F8A-5A88-9A4C8CCA6FB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396875" y="479662"/>
            <a:ext cx="12663010" cy="6935439"/>
            <a:chOff x="-454025" y="498712"/>
            <a:chExt cx="12663010" cy="6935439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3EAFC5C9-3AF0-513F-2149-CC2CE3C084F3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454025" y="523467"/>
              <a:ext cx="9502174" cy="6910684"/>
              <a:chOff x="88900" y="523467"/>
              <a:chExt cx="9502174" cy="6910684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F2D75A6-0916-A0E0-D1D6-F669BC30ABB5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88900" y="523467"/>
                <a:ext cx="9502174" cy="6910684"/>
                <a:chOff x="332738" y="338801"/>
                <a:chExt cx="9502174" cy="6910684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38A4C333-8A69-BFE9-19E7-9AD0CEF6ABAB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332738" y="391486"/>
                  <a:ext cx="4607293" cy="6857999"/>
                  <a:chOff x="5591091" y="363304"/>
                  <a:chExt cx="4607293" cy="6857999"/>
                </a:xfrm>
              </p:grpSpPr>
              <p:pic>
                <p:nvPicPr>
                  <p:cNvPr id="41" name="그림 40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5A1D11A6-E2A8-903F-EDC7-0339059842EB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91091" y="363304"/>
                    <a:ext cx="3807724" cy="6857999"/>
                  </a:xfrm>
                  <a:prstGeom prst="rect">
                    <a:avLst/>
                  </a:prstGeom>
                </p:spPr>
              </p:pic>
              <p:sp>
                <p:nvSpPr>
                  <p:cNvPr id="42" name="직사각형 41">
                    <a:extLst>
                      <a:ext uri="{FF2B5EF4-FFF2-40B4-BE49-F238E27FC236}">
                        <a16:creationId xmlns:a16="http://schemas.microsoft.com/office/drawing/2014/main" id="{B886FAB6-4DF8-4A20-4870-9B9B9BA6E872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6751815" y="3354854"/>
                    <a:ext cx="409575" cy="433795"/>
                  </a:xfrm>
                  <a:prstGeom prst="rect">
                    <a:avLst/>
                  </a:prstGeom>
                  <a:solidFill>
                    <a:srgbClr val="21345C">
                      <a:alpha val="0"/>
                    </a:srgbClr>
                  </a:solidFill>
                  <a:ln w="1905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마루 부리 Beta"/>
                      <a:cs typeface="+mn-cs"/>
                    </a:endParaRPr>
                  </a:p>
                </p:txBody>
              </p:sp>
              <p:cxnSp>
                <p:nvCxnSpPr>
                  <p:cNvPr id="43" name="연결선: 꺾임 42">
                    <a:extLst>
                      <a:ext uri="{FF2B5EF4-FFF2-40B4-BE49-F238E27FC236}">
                        <a16:creationId xmlns:a16="http://schemas.microsoft.com/office/drawing/2014/main" id="{8DE2DCB5-C879-8BD1-83E7-ED09720B4C06}"/>
                      </a:ext>
                    </a:extLst>
                  </p:cNvPr>
                  <p:cNvCxnSpPr>
                    <a:cxnSpLocks noGrp="1" noRot="1" noMove="1" noResize="1" noEditPoints="1" noAdjustHandles="1" noChangeArrowheads="1" noChangeShapeType="1"/>
                    <a:stCxn id="42" idx="0"/>
                    <a:endCxn id="44" idx="1"/>
                  </p:cNvCxnSpPr>
                  <p:nvPr/>
                </p:nvCxnSpPr>
                <p:spPr>
                  <a:xfrm rot="5400000" flipH="1" flipV="1">
                    <a:off x="7586564" y="2127905"/>
                    <a:ext cx="596989" cy="1856911"/>
                  </a:xfrm>
                  <a:prstGeom prst="bentConnector2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7B44F393-645A-59F5-C3D2-14C46C4A091B}"/>
                      </a:ext>
                    </a:extLst>
                  </p:cNvPr>
                  <p:cNvSpPr txBox="1"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8813514" y="2557810"/>
                    <a:ext cx="1384870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1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QR</a:t>
                    </a:r>
                    <a:r>
                      <a: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휴먼매직체" panose="02030504000101010101" pitchFamily="18" charset="-127"/>
                        <a:ea typeface="휴먼매직체" panose="02030504000101010101" pitchFamily="18" charset="-127"/>
                        <a:cs typeface="+mn-cs"/>
                      </a:rPr>
                      <a:t>코드 스캔</a:t>
                    </a:r>
                  </a:p>
                </p:txBody>
              </p:sp>
            </p:grpSp>
            <p:grpSp>
              <p:nvGrpSpPr>
                <p:cNvPr id="31" name="그룹 30">
                  <a:extLst>
                    <a:ext uri="{FF2B5EF4-FFF2-40B4-BE49-F238E27FC236}">
                      <a16:creationId xmlns:a16="http://schemas.microsoft.com/office/drawing/2014/main" id="{1B62BCDB-8AEF-A4D9-2A89-356263D2359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4779159" y="338801"/>
                  <a:ext cx="3807724" cy="6857999"/>
                  <a:chOff x="347934" y="90066"/>
                  <a:chExt cx="3807724" cy="6857999"/>
                </a:xfrm>
              </p:grpSpPr>
              <p:pic>
                <p:nvPicPr>
                  <p:cNvPr id="39" name="그림 38" descr="텍스트, 액세서리이(가) 표시된 사진&#10;&#10;자동 생성된 설명">
                    <a:extLst>
                      <a:ext uri="{FF2B5EF4-FFF2-40B4-BE49-F238E27FC236}">
                        <a16:creationId xmlns:a16="http://schemas.microsoft.com/office/drawing/2014/main" id="{B77326F5-7978-917E-124A-A46EC918B376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47934" y="90066"/>
                    <a:ext cx="3807724" cy="6857999"/>
                  </a:xfrm>
                  <a:prstGeom prst="rect">
                    <a:avLst/>
                  </a:prstGeom>
                </p:spPr>
              </p:pic>
              <p:pic>
                <p:nvPicPr>
                  <p:cNvPr id="40" name="그림 39">
                    <a:extLst>
                      <a:ext uri="{FF2B5EF4-FFF2-40B4-BE49-F238E27FC236}">
                        <a16:creationId xmlns:a16="http://schemas.microsoft.com/office/drawing/2014/main" id="{CA3EB044-31A0-AE49-282B-9BC0073EF523}"/>
                      </a:ext>
                    </a:extLst>
                  </p:cNvPr>
                  <p:cNvPicPr>
                    <a:picLocks noGrp="1" noRot="1" noChangeAspect="1" noMove="1" noResize="1" noEditPoints="1" noAdjustHandles="1" noChangeArrowheads="1" noChangeShapeType="1" noCrop="1"/>
                  </p:cNvPicPr>
                  <p:nvPr/>
                </p:nvPicPr>
                <p:blipFill>
                  <a:blip r:embed="rId3" cstate="screen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49112" y="1182869"/>
                    <a:ext cx="2175276" cy="362546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96179832-A853-BAE6-BF86-D9CA21A76602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8367" y="2433895"/>
                  <a:ext cx="1167433" cy="1694894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cxnSp>
              <p:nvCxnSpPr>
                <p:cNvPr id="33" name="연결선: 꺾임 32">
                  <a:extLst>
                    <a:ext uri="{FF2B5EF4-FFF2-40B4-BE49-F238E27FC236}">
                      <a16:creationId xmlns:a16="http://schemas.microsoft.com/office/drawing/2014/main" id="{0F337722-2ECA-C6C6-DA47-0D1F9176B1FC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stCxn id="34" idx="0"/>
                  <a:endCxn id="36" idx="1"/>
                </p:cNvCxnSpPr>
                <p:nvPr/>
              </p:nvCxnSpPr>
              <p:spPr>
                <a:xfrm rot="5400000" flipH="1" flipV="1">
                  <a:off x="7187417" y="1332734"/>
                  <a:ext cx="235889" cy="1297190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42CB639D-7BC8-1871-F128-BEB035DA1DAD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77799" y="2099273"/>
                  <a:ext cx="1357933" cy="334622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5" name="직사각형 34">
                  <a:extLst>
                    <a:ext uri="{FF2B5EF4-FFF2-40B4-BE49-F238E27FC236}">
                      <a16:creationId xmlns:a16="http://schemas.microsoft.com/office/drawing/2014/main" id="{BDAB856B-7059-2714-D12D-10FE0033723B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5925195" y="4128790"/>
                  <a:ext cx="1511497" cy="296826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마루 부리 Beta"/>
                    <a:cs typeface="+mn-cs"/>
                  </a:endParaRP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8A281AF-FE85-6B5A-4256-313AA458DFF5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53956" y="1509441"/>
                  <a:ext cx="1880956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검색으로 원하는 성분 확인가능</a:t>
                  </a:r>
                </a:p>
              </p:txBody>
            </p:sp>
            <p:cxnSp>
              <p:nvCxnSpPr>
                <p:cNvPr id="37" name="연결선: 꺾임 36">
                  <a:extLst>
                    <a:ext uri="{FF2B5EF4-FFF2-40B4-BE49-F238E27FC236}">
                      <a16:creationId xmlns:a16="http://schemas.microsoft.com/office/drawing/2014/main" id="{E88EC9C3-4094-20C4-D37D-708ACD9331C2}"/>
                    </a:ext>
                  </a:extLst>
                </p:cNvPr>
                <p:cNvCxnSpPr>
                  <a:cxnSpLocks noGrp="1" noRot="1" noMove="1" noResize="1" noEditPoints="1" noAdjustHandles="1" noChangeArrowheads="1" noChangeShapeType="1"/>
                  <a:endCxn id="38" idx="1"/>
                </p:cNvCxnSpPr>
                <p:nvPr/>
              </p:nvCxnSpPr>
              <p:spPr>
                <a:xfrm rot="16200000" flipH="1">
                  <a:off x="6918532" y="3715754"/>
                  <a:ext cx="291904" cy="1730021"/>
                </a:xfrm>
                <a:prstGeom prst="bentConnector2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7F47D0B4-4E1B-F7DD-8D9F-92F5F45C2E5D}"/>
                    </a:ext>
                  </a:extLst>
                </p:cNvPr>
                <p:cNvSpPr txBox="1"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7929495" y="4526662"/>
                  <a:ext cx="188095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휴먼매직체" panose="02030504000101010101" pitchFamily="18" charset="-127"/>
                      <a:ea typeface="휴먼매직체" panose="02030504000101010101" pitchFamily="18" charset="-127"/>
                      <a:cs typeface="+mn-cs"/>
                    </a:rPr>
                    <a:t>원하는 기능 선택</a:t>
                  </a:r>
                </a:p>
              </p:txBody>
            </p:sp>
          </p:grpSp>
          <p:cxnSp>
            <p:nvCxnSpPr>
              <p:cNvPr id="45" name="연결선: 꺾임 44">
                <a:extLst>
                  <a:ext uri="{FF2B5EF4-FFF2-40B4-BE49-F238E27FC236}">
                    <a16:creationId xmlns:a16="http://schemas.microsoft.com/office/drawing/2014/main" id="{E0AEC102-A498-5132-F9DD-BF8B662BA9C0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44" idx="2"/>
              </p:cNvCxnSpPr>
              <p:nvPr/>
            </p:nvCxnSpPr>
            <p:spPr>
              <a:xfrm rot="16200000" flipH="1">
                <a:off x="4703178" y="2471348"/>
                <a:ext cx="195766" cy="1594606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6" name="그림 55" descr="텍스트, 액세서리이(가) 표시된 사진&#10;&#10;자동 생성된 설명">
              <a:extLst>
                <a:ext uri="{FF2B5EF4-FFF2-40B4-BE49-F238E27FC236}">
                  <a16:creationId xmlns:a16="http://schemas.microsoft.com/office/drawing/2014/main" id="{07BF61B8-0877-AE57-AF72-164377B33A7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1261" y="498712"/>
              <a:ext cx="3807724" cy="6857999"/>
            </a:xfrm>
            <a:prstGeom prst="rect">
              <a:avLst/>
            </a:prstGeom>
          </p:spPr>
        </p:pic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BFCACAEC-5C0A-9C1E-9164-62AFE67C829C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94996" y="1800449"/>
              <a:ext cx="3018266" cy="50304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982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3926AFCE-8C6B-179B-655F-A57455A726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415" y="1090065"/>
            <a:ext cx="3818330" cy="6363883"/>
          </a:xfrm>
          <a:prstGeom prst="rect">
            <a:avLst/>
          </a:prstGeom>
        </p:spPr>
      </p:pic>
      <p:pic>
        <p:nvPicPr>
          <p:cNvPr id="15" name="그림 14" descr="텍스트, 액세서리이(가) 표시된 사진&#10;&#10;자동 생성된 설명">
            <a:extLst>
              <a:ext uri="{FF2B5EF4-FFF2-40B4-BE49-F238E27FC236}">
                <a16:creationId xmlns:a16="http://schemas.microsoft.com/office/drawing/2014/main" id="{D0012E2D-6907-5828-37CB-D8336A528B11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7" y="634745"/>
            <a:ext cx="3807724" cy="685799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79946A1-8076-27AE-5C96-3726890D59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20" y="1248134"/>
            <a:ext cx="2806997" cy="4678329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19C39F0-399A-70E4-6ACA-9019FE9539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822300"/>
            <a:ext cx="1354643" cy="2130700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73DE64-7227-09B6-2CF0-43D3EEA1B8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06405" y="1763943"/>
            <a:ext cx="223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버튼을 누르면 해당 값 증가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C2B703A2-F01E-7A2A-CD9D-26E424B5A250}"/>
              </a:ext>
            </a:extLst>
          </p:cNvPr>
          <p:cNvCxnSpPr>
            <a:cxnSpLocks noGrp="1" noRot="1" noMove="1" noResize="1" noEditPoints="1" noAdjustHandles="1" noChangeArrowheads="1" noChangeShapeType="1"/>
            <a:stCxn id="23" idx="2"/>
            <a:endCxn id="37" idx="1"/>
          </p:cNvCxnSpPr>
          <p:nvPr/>
        </p:nvCxnSpPr>
        <p:spPr>
          <a:xfrm rot="16200000" flipH="1">
            <a:off x="2427088" y="4514115"/>
            <a:ext cx="166984" cy="186960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1292141-0BAB-E11A-A817-30AD5A5CFC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2471829"/>
            <a:ext cx="1354643" cy="350471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1E52CA-C0FC-C907-FE95-C914BAE659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26632" y="4955900"/>
            <a:ext cx="69828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228F954F-CC62-B28C-2D1B-E7525460982E}"/>
              </a:ext>
            </a:extLst>
          </p:cNvPr>
          <p:cNvCxnSpPr>
            <a:cxnSpLocks noGrp="1" noRot="1" noMove="1" noResize="1" noEditPoints="1" noAdjustHandles="1" noChangeArrowheads="1" noChangeShapeType="1"/>
            <a:stCxn id="18" idx="3"/>
            <a:endCxn id="34" idx="1"/>
          </p:cNvCxnSpPr>
          <p:nvPr/>
        </p:nvCxnSpPr>
        <p:spPr>
          <a:xfrm>
            <a:off x="2581275" y="3887650"/>
            <a:ext cx="698815" cy="456018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075CC630-DA17-549C-F971-5C2767D1E0C6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0"/>
            <a:endCxn id="20" idx="1"/>
          </p:cNvCxnSpPr>
          <p:nvPr/>
        </p:nvCxnSpPr>
        <p:spPr>
          <a:xfrm rot="5400000" flipH="1" flipV="1">
            <a:off x="2528208" y="1493633"/>
            <a:ext cx="353943" cy="1602451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50B44B-B03C-6995-5317-ADE001739C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0090" y="4143613"/>
            <a:ext cx="1971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맛 정도 표현 가능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3AAE60-7A83-01FC-BAFC-FCAD853DB8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45384" y="5178468"/>
            <a:ext cx="23592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누르면 먹은 수가 증가하면서 값 저장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27657FE-26C0-4512-A5ED-1A3979005C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09575" y="5358408"/>
            <a:ext cx="1958150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9E57236-1405-85FA-268E-41C4550EDC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768258" y="3260690"/>
            <a:ext cx="1470867" cy="40952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51" name="연결선: 꺾임 50">
            <a:extLst>
              <a:ext uri="{FF2B5EF4-FFF2-40B4-BE49-F238E27FC236}">
                <a16:creationId xmlns:a16="http://schemas.microsoft.com/office/drawing/2014/main" id="{DB8ABA05-6045-B643-A6EF-DCDAB0440F92}"/>
              </a:ext>
            </a:extLst>
          </p:cNvPr>
          <p:cNvCxnSpPr>
            <a:cxnSpLocks noGrp="1" noRot="1" noMove="1" noResize="1" noEditPoints="1" noAdjustHandles="1" noChangeArrowheads="1" noChangeShapeType="1"/>
            <a:stCxn id="50" idx="0"/>
            <a:endCxn id="61" idx="1"/>
          </p:cNvCxnSpPr>
          <p:nvPr/>
        </p:nvCxnSpPr>
        <p:spPr>
          <a:xfrm rot="5400000" flipH="1" flipV="1">
            <a:off x="7932213" y="2334197"/>
            <a:ext cx="497972" cy="135501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연결선: 꺾임 53">
            <a:extLst>
              <a:ext uri="{FF2B5EF4-FFF2-40B4-BE49-F238E27FC236}">
                <a16:creationId xmlns:a16="http://schemas.microsoft.com/office/drawing/2014/main" id="{8D96DDF7-AA16-FE3F-644F-AFD69E8C5C55}"/>
              </a:ext>
            </a:extLst>
          </p:cNvPr>
          <p:cNvCxnSpPr>
            <a:cxnSpLocks noGrp="1" noRot="1" noMove="1" noResize="1" noEditPoints="1" noAdjustHandles="1" noChangeArrowheads="1" noChangeShapeType="1"/>
            <a:stCxn id="49" idx="0"/>
            <a:endCxn id="64" idx="1"/>
          </p:cNvCxnSpPr>
          <p:nvPr/>
        </p:nvCxnSpPr>
        <p:spPr>
          <a:xfrm rot="5400000" flipH="1" flipV="1">
            <a:off x="7717059" y="4216761"/>
            <a:ext cx="913239" cy="137005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8A4823-A3C7-FBD1-A6F6-916839B497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102616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F36C55-5CF4-0A77-4C29-4E6F135DD6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2408775"/>
            <a:ext cx="28118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평면 탐지 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초콜릿 크기에 맞게 배치 가능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DBABF6-DB50-7BE5-53E6-725446C1192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58706" y="3937337"/>
            <a:ext cx="310395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회전이 가능하고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뒤로 버튼을 누르면 성분이 표시되어 있는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이동</a:t>
            </a:r>
          </a:p>
        </p:txBody>
      </p:sp>
    </p:spTree>
    <p:extLst>
      <p:ext uri="{BB962C8B-B14F-4D97-AF65-F5344CB8AC3E}">
        <p14:creationId xmlns:p14="http://schemas.microsoft.com/office/powerpoint/2010/main" val="4150013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07849" y="84397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58EE1D7C-FF74-C9AD-240A-4AC3D16C597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4545" y="634745"/>
            <a:ext cx="5245013" cy="6858000"/>
            <a:chOff x="5784937" y="870780"/>
            <a:chExt cx="5245013" cy="68580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306512D9-C3FB-79B2-AE16-82CA320BEDF5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4937" y="870780"/>
              <a:ext cx="3807725" cy="6858000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4CC404D-46DC-3103-E4F6-5A718755D15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39347" y="4885105"/>
              <a:ext cx="409575" cy="43379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6" name="연결선: 꺾임 5">
              <a:extLst>
                <a:ext uri="{FF2B5EF4-FFF2-40B4-BE49-F238E27FC236}">
                  <a16:creationId xmlns:a16="http://schemas.microsoft.com/office/drawing/2014/main" id="{A2F33B0D-A8B8-E5CA-6EC1-1A607D293F2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4" idx="0"/>
              <a:endCxn id="9" idx="1"/>
            </p:cNvCxnSpPr>
            <p:nvPr/>
          </p:nvCxnSpPr>
          <p:spPr>
            <a:xfrm rot="5400000" flipH="1" flipV="1">
              <a:off x="8611019" y="4418167"/>
              <a:ext cx="200054" cy="733822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82A756-B5F6-E6BF-D20D-4970B6B79332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77957" y="4484996"/>
              <a:ext cx="195199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QR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코드 메뉴 스캔</a:t>
              </a:r>
            </a:p>
          </p:txBody>
        </p:sp>
      </p:grpSp>
      <p:pic>
        <p:nvPicPr>
          <p:cNvPr id="13" name="그림 12" descr="텍스트, 액세서리, 케이스이(가) 표시된 사진&#10;&#10;자동 생성된 설명">
            <a:extLst>
              <a:ext uri="{FF2B5EF4-FFF2-40B4-BE49-F238E27FC236}">
                <a16:creationId xmlns:a16="http://schemas.microsoft.com/office/drawing/2014/main" id="{2EF19058-093F-416E-AFD7-03A4A5055D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0375" y="576152"/>
            <a:ext cx="3807725" cy="634620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DEFEAC9-2864-BEC1-65D8-DD17A7372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561" y="2281168"/>
            <a:ext cx="2000811" cy="2828925"/>
          </a:xfrm>
          <a:prstGeom prst="rect">
            <a:avLst/>
          </a:prstGeom>
        </p:spPr>
      </p:pic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0727881-87E5-ABA2-45FB-E39769B5DC04}"/>
              </a:ext>
            </a:extLst>
          </p:cNvPr>
          <p:cNvCxnSpPr>
            <a:cxnSpLocks noGrp="1" noRot="1" noMove="1" noResize="1" noEditPoints="1" noAdjustHandles="1" noChangeArrowheads="1" noChangeShapeType="1"/>
            <a:stCxn id="19" idx="0"/>
            <a:endCxn id="27" idx="1"/>
          </p:cNvCxnSpPr>
          <p:nvPr/>
        </p:nvCxnSpPr>
        <p:spPr>
          <a:xfrm rot="5400000" flipH="1" flipV="1">
            <a:off x="6975685" y="1697575"/>
            <a:ext cx="395285" cy="201492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A1911F0-ED5E-6F1C-373E-970F85427A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88057" y="2902678"/>
            <a:ext cx="755618" cy="840647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48B651B-37C3-7453-575E-5AA5963AB1D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180788" y="1683516"/>
            <a:ext cx="3173012" cy="1639485"/>
            <a:chOff x="8180788" y="2342267"/>
            <a:chExt cx="3173012" cy="1639485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38F5A78-14BC-5774-5605-89272E78E9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42267"/>
              <a:ext cx="3106974" cy="1631216"/>
            </a:xfrm>
            <a:prstGeom prst="rect">
              <a:avLst/>
            </a:prstGeom>
            <a:noFill/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D913ACD-4C2E-9B27-5630-86718B72705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180788" y="2350536"/>
              <a:ext cx="3173012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marR="0" lvl="0" indent="-34290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하트 표시 개수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자신과 맞지 않는 음식이면 </a:t>
              </a:r>
              <a:r>
                <a:rPr kumimoji="0" lang="ko-KR" altLang="en-US" sz="20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나빠요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, 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아니면 좋아요 표시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285750" marR="0" lvl="0" indent="-28575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클릭으로 메뉴를 더 자세히 확인 가능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7777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14" name="그림 13" descr="텍스트, 전자기기, 휴대폰이(가) 표시된 사진&#10;&#10;자동 생성된 설명">
            <a:extLst>
              <a:ext uri="{FF2B5EF4-FFF2-40B4-BE49-F238E27FC236}">
                <a16:creationId xmlns:a16="http://schemas.microsoft.com/office/drawing/2014/main" id="{771190B0-1ABF-89F6-F35C-9542245AD3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2507" y="282942"/>
            <a:ext cx="4114800" cy="685800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092985-574E-5EB0-B69B-7495EC2EDE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2538" y="1072891"/>
            <a:ext cx="3293166" cy="5488609"/>
          </a:xfrm>
          <a:prstGeom prst="rect">
            <a:avLst/>
          </a:prstGeom>
        </p:spPr>
      </p:pic>
      <p:pic>
        <p:nvPicPr>
          <p:cNvPr id="18" name="그림 17" descr="텍스트, iPod이(가) 표시된 사진&#10;&#10;자동 생성된 설명">
            <a:extLst>
              <a:ext uri="{FF2B5EF4-FFF2-40B4-BE49-F238E27FC236}">
                <a16:creationId xmlns:a16="http://schemas.microsoft.com/office/drawing/2014/main" id="{0C81E86C-BACA-C4EB-F5E7-B9E1D8D593F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976" y="1102548"/>
            <a:ext cx="3293166" cy="548861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15C4C4E0-9163-C160-3889-87C6055710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05025" y="2390775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2C21008-AE37-DBEE-304D-CBABBE0EEDF6}"/>
              </a:ext>
            </a:extLst>
          </p:cNvPr>
          <p:cNvCxnSpPr>
            <a:cxnSpLocks noGrp="1" noRot="1" noMove="1" noResize="1" noEditPoints="1" noAdjustHandles="1" noChangeArrowheads="1" noChangeShapeType="1"/>
            <a:stCxn id="4" idx="0"/>
            <a:endCxn id="7" idx="1"/>
          </p:cNvCxnSpPr>
          <p:nvPr/>
        </p:nvCxnSpPr>
        <p:spPr>
          <a:xfrm rot="5400000" flipH="1" flipV="1">
            <a:off x="2669649" y="1897854"/>
            <a:ext cx="147585" cy="83825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C8113C6-8B4A-96CC-F10C-BD001D03975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2571" y="1889247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사용자에 따라 음식에 대한 점수 부여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BD9C5A1-6604-AE40-8CEF-603715C8F3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705632" y="3198216"/>
            <a:ext cx="438573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6ACF30E-5B7D-C112-B88B-FC4362BB4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27" idx="0"/>
            <a:endCxn id="31" idx="1"/>
          </p:cNvCxnSpPr>
          <p:nvPr/>
        </p:nvCxnSpPr>
        <p:spPr>
          <a:xfrm rot="5400000" flipH="1" flipV="1">
            <a:off x="2471423" y="2422102"/>
            <a:ext cx="229611" cy="132261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1E4B67D-8DAF-D6CB-110C-2EB713DE104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47537" y="2768550"/>
            <a:ext cx="2312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하트 표시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2ED0607-FC0A-342A-717C-9782523A2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90393" y="4245966"/>
            <a:ext cx="800282" cy="44767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22BC1885-F4A5-C756-5D0D-8697CCA9B152}"/>
              </a:ext>
            </a:extLst>
          </p:cNvPr>
          <p:cNvCxnSpPr>
            <a:cxnSpLocks noGrp="1" noRot="1" noMove="1" noResize="1" noEditPoints="1" noAdjustHandles="1" noChangeArrowheads="1" noChangeShapeType="1"/>
            <a:stCxn id="34" idx="0"/>
          </p:cNvCxnSpPr>
          <p:nvPr/>
        </p:nvCxnSpPr>
        <p:spPr>
          <a:xfrm rot="5400000" flipH="1" flipV="1">
            <a:off x="3376098" y="1697512"/>
            <a:ext cx="362891" cy="473401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258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5CCB6B1E-051D-BE82-4894-D3A4D85386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80" y="860479"/>
            <a:ext cx="4114800" cy="6858000"/>
          </a:xfrm>
          <a:prstGeom prst="rect">
            <a:avLst/>
          </a:prstGeom>
        </p:spPr>
      </p:pic>
      <p:pic>
        <p:nvPicPr>
          <p:cNvPr id="9" name="그림 8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029D19DF-2A60-84DD-00D3-82C04768D0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62" y="889103"/>
            <a:ext cx="3544938" cy="590823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C539FF-6FB7-22C3-4D23-2BD11E3CE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09675" y="1938414"/>
            <a:ext cx="2105025" cy="3833736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AD9AC350-86F7-E499-A0C0-1E3957D86B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2" idx="3"/>
            <a:endCxn id="14" idx="1"/>
          </p:cNvCxnSpPr>
          <p:nvPr/>
        </p:nvCxnSpPr>
        <p:spPr>
          <a:xfrm flipV="1">
            <a:off x="3314700" y="2963733"/>
            <a:ext cx="796676" cy="89154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1B9D5D-BE12-6FE5-39CE-1A345D55B2F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11376" y="2609790"/>
            <a:ext cx="23126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데이터에 저장된 평가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B45E6044-B8E7-CDC7-2484-52C6AD6D7460}"/>
              </a:ext>
            </a:extLst>
          </p:cNvPr>
          <p:cNvCxnSpPr>
            <a:cxnSpLocks noGrp="1" noRot="1" noMove="1" noResize="1" noEditPoints="1" noAdjustHandles="1" noChangeArrowheads="1" noChangeShapeType="1"/>
            <a:stCxn id="22" idx="3"/>
            <a:endCxn id="26" idx="1"/>
          </p:cNvCxnSpPr>
          <p:nvPr/>
        </p:nvCxnSpPr>
        <p:spPr>
          <a:xfrm flipV="1">
            <a:off x="8847580" y="3117622"/>
            <a:ext cx="796676" cy="40186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83679C9-5D55-4CF0-AAC3-72A7CDC3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58719" y="2714625"/>
            <a:ext cx="1988861" cy="1609725"/>
          </a:xfrm>
          <a:prstGeom prst="rect">
            <a:avLst/>
          </a:prstGeom>
          <a:solidFill>
            <a:srgbClr val="21345C">
              <a:alpha val="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FE4B2-3A83-3918-F37D-43C18C36C6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23988" y="844232"/>
            <a:ext cx="2916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마커리스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트래킹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활성화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A28B30-06F4-3694-34B4-68C04E2DBC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644256" y="2609790"/>
            <a:ext cx="15095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곱창을 실제 크기와 양만큼 배치</a:t>
            </a:r>
          </a:p>
        </p:txBody>
      </p:sp>
    </p:spTree>
    <p:extLst>
      <p:ext uri="{BB962C8B-B14F-4D97-AF65-F5344CB8AC3E}">
        <p14:creationId xmlns:p14="http://schemas.microsoft.com/office/powerpoint/2010/main" val="172553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1EDF9AC-8B80-D51F-C0D5-CED8F96622E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4009" y="206820"/>
            <a:ext cx="6595609" cy="6858000"/>
            <a:chOff x="1731843" y="0"/>
            <a:chExt cx="6595609" cy="6858000"/>
          </a:xfrm>
        </p:grpSpPr>
        <p:pic>
          <p:nvPicPr>
            <p:cNvPr id="41" name="그림 40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701FBD07-FFE5-4720-670D-E36FE4FD241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1843" y="0"/>
              <a:ext cx="4114800" cy="6858000"/>
            </a:xfrm>
            <a:prstGeom prst="rect">
              <a:avLst/>
            </a:prstGeom>
          </p:spPr>
        </p:pic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id="{B5B10164-D35D-0676-911E-5181080070F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6" idx="3"/>
              <a:endCxn id="29" idx="1"/>
            </p:cNvCxnSpPr>
            <p:nvPr/>
          </p:nvCxnSpPr>
          <p:spPr>
            <a:xfrm>
              <a:off x="4901635" y="3738563"/>
              <a:ext cx="945008" cy="91487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E91B07D-7CAA-99CD-9CD0-B89F80FEB7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8" y="3296519"/>
              <a:ext cx="2028667" cy="88408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416D30-6A15-AA4A-E363-B2739735166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846643" y="4299499"/>
              <a:ext cx="231261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설정한 목표 한번에 확인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B78430DF-B697-8F2E-A06C-CE7DD9A514D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72967" y="2443597"/>
              <a:ext cx="2028667" cy="802322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cxnSp>
          <p:nvCxnSpPr>
            <p:cNvPr id="33" name="연결선: 꺾임 32">
              <a:extLst>
                <a:ext uri="{FF2B5EF4-FFF2-40B4-BE49-F238E27FC236}">
                  <a16:creationId xmlns:a16="http://schemas.microsoft.com/office/drawing/2014/main" id="{C93CC336-6A37-DC7B-4CB9-B25D27029A1C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2" idx="3"/>
              <a:endCxn id="37" idx="1"/>
            </p:cNvCxnSpPr>
            <p:nvPr/>
          </p:nvCxnSpPr>
          <p:spPr>
            <a:xfrm flipV="1">
              <a:off x="4901634" y="2558501"/>
              <a:ext cx="1113206" cy="286257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329AA6-E2E5-B4D7-F474-D533C2ACFE3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14840" y="2358446"/>
              <a:ext cx="23126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알레르기 입력 가능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D3535D-30C7-C714-1483-3BDB0FAF32D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36050" y="5595169"/>
              <a:ext cx="17621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홈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383A5F-90A2-A4B4-DEBF-046D6A11B6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40321" y="5608688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음식성분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8462F4-336C-C99C-CF2E-6DB405B39B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77970" y="5622207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섭취량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07D7C45-7BAB-4590-0BFF-F910C96E999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341158" y="5635726"/>
              <a:ext cx="63745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마이페이지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0071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050C840D-AA71-AEBF-1101-867E37207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382753"/>
              </p:ext>
            </p:extLst>
          </p:nvPr>
        </p:nvGraphicFramePr>
        <p:xfrm>
          <a:off x="495422" y="1065554"/>
          <a:ext cx="11378955" cy="556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97">
                  <a:extLst>
                    <a:ext uri="{9D8B030D-6E8A-4147-A177-3AD203B41FA5}">
                      <a16:colId xmlns:a16="http://schemas.microsoft.com/office/drawing/2014/main" val="62252094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110534987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767998281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227414254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45577301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768875433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407373563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373970898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851948916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4074951872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275754572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550858738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2573295485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3148710177"/>
                    </a:ext>
                  </a:extLst>
                </a:gridCol>
                <a:gridCol w="758597">
                  <a:extLst>
                    <a:ext uri="{9D8B030D-6E8A-4147-A177-3AD203B41FA5}">
                      <a16:colId xmlns:a16="http://schemas.microsoft.com/office/drawing/2014/main" val="1249827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순서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항목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M!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M2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M3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71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23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453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022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6580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77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965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566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56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411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94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949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03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586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36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22419" y="1823759"/>
            <a:ext cx="28584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알러지 정보를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확인 가능하여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알러지 성분이 있는 음식을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조심할 수 있어 도움이 됨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6533740" y="4499704"/>
            <a:ext cx="39779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실제 음식 크기를 보여줘서 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필요한 음식만 선택해 섭취할 수 있어 음식물 쓰레기를 줄일 수 있으며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비용적인 부담도 최소화할 수 있음</a:t>
            </a:r>
            <a:endParaRPr lang="ko-KR" altLang="en-US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6183" y="4389979"/>
            <a:ext cx="28584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내가 먹은 성분과 양을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직관적으로 알기 쉽고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나에게 필요한 섭취량을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스스로 조절할 수 있음</a:t>
            </a:r>
            <a:endParaRPr lang="ko-KR" altLang="en-US" sz="20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511453" y="2003782"/>
            <a:ext cx="30175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누구나 쉽고 자유롭게 </a:t>
            </a:r>
            <a:endParaRPr lang="en-US" altLang="ko-KR" sz="20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성분과 기능을 직접 검색할 수 있음</a:t>
            </a:r>
            <a:endParaRPr lang="ko-KR" altLang="en-US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8958313" y="1669870"/>
            <a:ext cx="28584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 </a:t>
            </a:r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좋아요 수를 통해 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선택한 음식에 대한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나에게 맞는지 여부와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사람들과 선호와 맛을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자세하게 알 수 있어 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ko-KR" altLang="en-US" sz="20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선택 시 도움이 됨</a:t>
            </a:r>
            <a:endParaRPr lang="en-US" altLang="ko-KR" sz="200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1479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40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992</TotalTime>
  <Words>2015</Words>
  <Application>Microsoft Office PowerPoint</Application>
  <PresentationFormat>와이드스크린</PresentationFormat>
  <Paragraphs>416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36</cp:revision>
  <dcterms:created xsi:type="dcterms:W3CDTF">2020-11-18T01:48:02Z</dcterms:created>
  <dcterms:modified xsi:type="dcterms:W3CDTF">2022-12-04T14:52:32Z</dcterms:modified>
</cp:coreProperties>
</file>