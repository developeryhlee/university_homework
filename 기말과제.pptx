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01" r:id="rId20"/>
    <p:sldId id="302" r:id="rId21"/>
    <p:sldId id="303" r:id="rId22"/>
    <p:sldId id="329" r:id="rId23"/>
    <p:sldId id="287" r:id="rId24"/>
    <p:sldId id="280" r:id="rId25"/>
    <p:sldId id="289" r:id="rId26"/>
    <p:sldId id="288" r:id="rId27"/>
    <p:sldId id="299" r:id="rId28"/>
    <p:sldId id="294" r:id="rId29"/>
    <p:sldId id="290" r:id="rId30"/>
    <p:sldId id="291" r:id="rId31"/>
    <p:sldId id="292" r:id="rId32"/>
    <p:sldId id="293" r:id="rId33"/>
    <p:sldId id="256" r:id="rId34"/>
    <p:sldId id="257" r:id="rId35"/>
    <p:sldId id="260" r:id="rId36"/>
    <p:sldId id="259" r:id="rId37"/>
    <p:sldId id="265" r:id="rId38"/>
    <p:sldId id="266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0T14:57:03.037" v="834"/>
      <pc:docMkLst>
        <pc:docMk/>
      </pc:docMkLst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580032353" sldId="33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975752944" sldId="33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26280623" sldId="33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환경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</a:t>
            </a: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성분을 </a:t>
              </a:r>
              <a:r>
                <a:rPr kumimoji="0" lang="ko-KR" alt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</a:t>
              </a:r>
              <a:endPara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건강을 관리해주는 어플 입니다</a:t>
              </a:r>
              <a:r>
                <a:rPr kumimoji="0" lang="en-US" altLang="ko-KR" sz="2000" b="0" i="0" u="none" strike="noStrike" kern="1200" cap="none" spc="0" normalizeH="0" baseline="0" noProof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.</a:t>
              </a:r>
              <a:endPara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성분을 분석하여 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보여주고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 체형과 체질에 맞는 하루 권장량을 알아서 빼주는 등</a:t>
            </a: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 경험을 극대화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5117588" cy="363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28575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572163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03694" y="4620610"/>
            <a:ext cx="1438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(Suggestic)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음식 성분 확인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성분을 직관적으로 확인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영양소를 얼마나 섭취했는지 확인 및 기록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서버에 저장된 </a:t>
            </a:r>
            <a:r>
              <a:rPr lang="ko-KR" altLang="en-US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데이터 연동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</a:t>
            </a:r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/>
          <p:nvPr/>
        </p:nvGrpSpPr>
        <p:grpSpPr>
          <a:xfrm>
            <a:off x="3181774" y="1622966"/>
            <a:ext cx="5855412" cy="3600000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/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/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5073925" y="6007164"/>
            <a:ext cx="204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41500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2120</Words>
  <Application>Microsoft Office PowerPoint</Application>
  <PresentationFormat>와이드스크린</PresentationFormat>
  <Paragraphs>338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4" baseType="lpstr">
      <vt:lpstr>���� ���</vt:lpstr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이윤호</cp:lastModifiedBy>
  <cp:revision>25</cp:revision>
  <dcterms:created xsi:type="dcterms:W3CDTF">2020-11-18T01:48:02Z</dcterms:created>
  <dcterms:modified xsi:type="dcterms:W3CDTF">2022-11-21T04:01:00Z</dcterms:modified>
</cp:coreProperties>
</file>