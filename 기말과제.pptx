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315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관리해주는 어플 입니다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.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2129</Words>
  <Application>Microsoft Office PowerPoint</Application>
  <PresentationFormat>와이드스크린</PresentationFormat>
  <Paragraphs>341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27</cp:revision>
  <dcterms:created xsi:type="dcterms:W3CDTF">2020-11-18T01:48:02Z</dcterms:created>
  <dcterms:modified xsi:type="dcterms:W3CDTF">2022-11-21T04:20:36Z</dcterms:modified>
</cp:coreProperties>
</file>