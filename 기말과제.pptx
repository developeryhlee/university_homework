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41"/>
  </p:notesMasterIdLst>
  <p:sldIdLst>
    <p:sldId id="330" r:id="rId3"/>
    <p:sldId id="331" r:id="rId4"/>
    <p:sldId id="332" r:id="rId5"/>
    <p:sldId id="333" r:id="rId6"/>
    <p:sldId id="334" r:id="rId7"/>
    <p:sldId id="316" r:id="rId8"/>
    <p:sldId id="336" r:id="rId9"/>
    <p:sldId id="337" r:id="rId10"/>
    <p:sldId id="338" r:id="rId11"/>
    <p:sldId id="339" r:id="rId12"/>
    <p:sldId id="340" r:id="rId13"/>
    <p:sldId id="341" r:id="rId14"/>
    <p:sldId id="342" r:id="rId15"/>
    <p:sldId id="343" r:id="rId16"/>
    <p:sldId id="344" r:id="rId17"/>
    <p:sldId id="345" r:id="rId18"/>
    <p:sldId id="346" r:id="rId19"/>
    <p:sldId id="347" r:id="rId20"/>
    <p:sldId id="301" r:id="rId21"/>
    <p:sldId id="302" r:id="rId22"/>
    <p:sldId id="303" r:id="rId23"/>
    <p:sldId id="329" r:id="rId24"/>
    <p:sldId id="287" r:id="rId25"/>
    <p:sldId id="315" r:id="rId26"/>
    <p:sldId id="348" r:id="rId27"/>
    <p:sldId id="288" r:id="rId28"/>
    <p:sldId id="299" r:id="rId29"/>
    <p:sldId id="294" r:id="rId30"/>
    <p:sldId id="290" r:id="rId31"/>
    <p:sldId id="291" r:id="rId32"/>
    <p:sldId id="292" r:id="rId33"/>
    <p:sldId id="293" r:id="rId34"/>
    <p:sldId id="256" r:id="rId35"/>
    <p:sldId id="257" r:id="rId36"/>
    <p:sldId id="260" r:id="rId37"/>
    <p:sldId id="259" r:id="rId38"/>
    <p:sldId id="265" r:id="rId39"/>
    <p:sldId id="266" r:id="rId4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microsoft.com/office/2016/11/relationships/changesInfo" Target="changesInfos/changesInfo1.xml"/><Relationship Id="rId20" Type="http://schemas.openxmlformats.org/officeDocument/2006/relationships/slide" Target="slides/slide18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28T05:01:05.228" v="840" actId="47"/>
      <pc:docMkLst>
        <pc:docMk/>
      </pc:docMkLst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1-28T05:01:05.228" v="840" actId="47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8T05:00:09.296" v="83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del">
        <pc:chgData name="yoon xihyeon" userId="b03689a23d6da60b" providerId="LiveId" clId="{5D914AD7-9230-47CE-8F52-5A96260F97A5}" dt="2022-11-28T05:00:24.686" v="837"/>
        <pc:sldMkLst>
          <pc:docMk/>
          <pc:sldMk cId="2285601434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580032353" sldId="33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975752944" sldId="33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26280623" sldId="33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 del">
        <pc:chgData name="yoon xihyeon" userId="b03689a23d6da60b" providerId="LiveId" clId="{5D914AD7-9230-47CE-8F52-5A96260F97A5}" dt="2022-11-28T05:00:32.445" v="838" actId="47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  <pc:sldChg chg="add">
        <pc:chgData name="yoon xihyeon" userId="b03689a23d6da60b" providerId="LiveId" clId="{5D914AD7-9230-47CE-8F52-5A96260F97A5}" dt="2022-11-28T05:00:58.888" v="839"/>
        <pc:sldMkLst>
          <pc:docMk/>
          <pc:sldMk cId="4265482267" sldId="348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8DDE95-49CA-420F-826E-9AE14CFA310E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C3E195-EE90-4C4D-8E81-4BF471FB9E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942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792D6-B33D-4705-A763-AF8DC1CFE259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8968D-679B-4465-845C-34246BA9D2F1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C9A21-174C-4AA7-BEE3-F06448EB830C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84009-C2E9-4C4C-83BC-07741BA5E6F8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E985E-BB24-4D98-8722-EA181E02C91E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5559-9130-4948-B032-D35F993A4E47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39055-ABDD-49D9-A63A-3AB3C4D94912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BE73D-CF02-4C9D-8D91-CD9FE45E5B2C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A3A2A-5057-4D94-B8C0-288647304AE2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A51EC-0286-4CB2-ADA8-73D0CA68ADAE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929C4-77F0-4706-A9FD-11962CFEDD16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3FB7A-3DF4-4CDC-8473-36A8DA4A20A6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4F31D-7246-4348-A337-B884356BADF7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5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0A387-68DF-402E-973E-69A0CB01FCB5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483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A5E3-9835-40E0-808F-5B8B76CB2491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395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89CC8-549C-4917-85E0-100A15C09A57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242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4232-1FAD-4A10-8A7B-83CF6F97011D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275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70888-7016-4C33-A61B-8BB2AB39CE85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893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11ABC-11E1-4ADB-8AEA-AEFB9303FC58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79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236AE-37F9-467D-8F38-E8F2B55ED06E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170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ACB54-7FD8-437E-BB3B-82AB144D0E36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0919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04EFF-87A2-4373-BABB-01E4B0779CF8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98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CA5BC-84EE-41D9-B2AE-CADCA34B76DF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13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5FC83-6719-4451-9CED-6E8B430F527A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91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6005AA-5EFF-441E-B457-29494E2E92A3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73D844-0EF4-467C-9AB0-9D7217F9ED08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482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jp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2DB4BDC-A0CD-EB19-D9B9-A42A0DB3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90136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lang="en-US" altLang="ko-KR" sz="3200" dirty="0">
              <a:solidFill>
                <a:prstClr val="white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9013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 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3E7D93-F159-2F4C-F16A-ADB709F3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성분과 </a:t>
              </a:r>
              <a:r>
                <a:rPr lang="ko-KR" altLang="en-US" sz="2000" dirty="0">
                  <a:solidFill>
                    <a:srgbClr val="CAB5BD">
                      <a:lumMod val="50000"/>
                    </a:srgb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메뉴를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건강을 관리해주는 어플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음식과 메뉴의 영양성분을 분석하고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내 체형과 체질에 맞는 하루 권장량을 알아서 </a:t>
            </a:r>
            <a:r>
              <a:rPr lang="ko-KR" altLang="en-US" dirty="0">
                <a:solidFill>
                  <a:srgbClr val="CAB5BD">
                    <a:lumMod val="5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계산하고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추천 식당과 평점 등을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보여줘 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경험을 극대화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CC1BEFE-B3B1-57F7-6A89-B176267D8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5C7178-0913-296C-1CC6-B0D6A6E09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4711881" cy="3349708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20E7085-D4A7-7508-8349-7DB573249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/>
          </p:cNvSpPr>
          <p:nvPr/>
        </p:nvSpPr>
        <p:spPr>
          <a:xfrm>
            <a:off x="8706901" y="4621472"/>
            <a:ext cx="203475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</a:t>
            </a:r>
            <a:r>
              <a:rPr kumimoji="0" lang="ko-KR" alt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앱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28672" y="4635999"/>
            <a:ext cx="227838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 기록 앱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94470" y="4621472"/>
            <a:ext cx="3446691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en-US" altLang="ko-KR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Suggestic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나에게 맞는 음식을 제안하는 앱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53CB76-F0BC-BBC6-7637-CF6338606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5601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65382-588C-8377-116D-A1C608C4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1DAFEBA-6E48-A894-66E2-BEB3167B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9AB83-525C-D3C9-054A-9692D0703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5AAB3A3-2091-D573-CE70-6A0929849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45816CD-3B99-9F5B-E70E-AFADEA60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6A84A-1839-2048-1972-24B931E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59E1B70-2FE9-BAD7-C481-BB4E2695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872456-0790-341F-C149-7D74F9A8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DC386DE-F50F-3B02-B594-9B208945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D74BC-A998-B66B-0A2E-1058A25F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4E864D-1B25-F7D1-1D19-9ED1BD1EF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F852E51-86E6-1E97-94BE-C10615FF1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D7BD559-5F65-B763-BBF0-F7671C460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BD351C-3C30-9E63-383D-71D3F7A10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795272-300C-9DB3-E965-1C82C09DA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F906F3-1AA0-95CD-74E0-C8EE9931E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 확인 기능 구현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 기능 구현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 구현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 기능 구현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34243B-0159-B3C6-45A9-70E5FB00F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147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5400000">
            <a:off x="200615" y="1698501"/>
            <a:ext cx="5855412" cy="4313486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54766" y="1036670"/>
            <a:ext cx="1096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</a:t>
            </a:r>
            <a:r>
              <a:rPr lang="en-US" altLang="ko-KR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/</a:t>
            </a:r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실행</a:t>
            </a:r>
            <a:endParaRPr lang="ko-KR" altLang="en-US" dirty="0">
              <a:solidFill>
                <a:schemeClr val="accent2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AEC74DB-E28A-0258-BCAB-3ABC1BF110B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16200000">
            <a:off x="6111221" y="1578292"/>
            <a:ext cx="5855412" cy="4521244"/>
            <a:chOff x="3141134" y="1907446"/>
            <a:chExt cx="5855412" cy="3600000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4226F056-6D56-210E-95FC-DD68DDED22C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75ABEF6-466C-8411-6B1B-E095C93131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29493" y="3654835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디자인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589ED6-2357-1811-BBC7-3373FB82CF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44050" y="3651034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콘텐츠 환경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E9DB3A-2048-EAB6-36B7-616D8946E8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67484" y="1036670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DB/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B1F2833C-41D4-F0C1-CE3D-B59EC646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C4F4A47-7470-5F95-B2E9-2F4231028B9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7135" y="4297208"/>
            <a:ext cx="1052035" cy="105203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F144570-72F4-6AD5-313E-63970DDB0A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566" y="4297209"/>
            <a:ext cx="1052034" cy="1052034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C3CF9D3-1276-7A55-B535-19C592EE3CF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3000" y="1685815"/>
            <a:ext cx="1325278" cy="1325278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02689628-409A-D468-549C-A38C7E22FDE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5167" y="1685815"/>
            <a:ext cx="1325278" cy="132527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173BDA9-8514-33C4-0E0A-28677657D2F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705" y="4297208"/>
            <a:ext cx="1052035" cy="10520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497B9B12-0A09-B3D1-68E8-8429A690E9E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110" y="1609977"/>
            <a:ext cx="1571625" cy="148590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343B1FF6-C39E-68A3-5F22-0FBBA840513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111" y="4296336"/>
            <a:ext cx="1571625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51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3102666" y="560826"/>
            <a:ext cx="8706230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기록할 때마다 실시간으로 변하는 영양성분 섭취량과 남은 양을 눈에 보기 쉽게 표시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입력된 정보를 바탕으로 개인화된 영양계획을 검색하고 필터링 가능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*섭취량과 목표량을 보기 쉽게 수치화해 표시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증강현실과 결합해 메뉴스캔시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수치화된 영양정보를 제공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입력된 정보를 바탕으로 수치화된 영양정보 표로 제공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*나에게 맞는 음식인지 알려줌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*사용하면서 쌓인 데이터를 분석하여 이용자에게 더 적합한 맟춤형 식당 제공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를 연동해 더 정확한 내 영양정보를 입력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성분분석앱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체형에 맞게 영향성분 분석 및 남은 하루 권장 영향 성분 권장량 계산</a:t>
            </a:r>
          </a:p>
          <a:p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음식에 들어가는 성분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보여줌</a:t>
            </a:r>
          </a:p>
          <a:p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먹은 양에 따라 성분 분석 및 양이 줄어듬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인바디 결과를 토대로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화면에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UI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나타내서 먹은 양에 따라 값 변화</a:t>
            </a:r>
          </a:p>
          <a:p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영양 성분표를 보면 직관적으로 알아보기 싶지 않다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자신이 관심있는 영양소만 대충 보고 넘어가는 경우가 많다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먹은 양에 따라 음식 성분을 분석해 자신이 목표한 하루 섭취량을 계산하는데 도움을 준다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  <a:p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어플 및 시사점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 성분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인바디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  <a:p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개발방법에서 체형 분석을 보건소 모바일 헬스케어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open api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가져온다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유니티를 안드로이드로 빌드 후 안드로이드 스튜디오에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넣고 최종 빌드한다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  <a:p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직접 개발 할 것은 음식 성분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을 유니티로 직접 개발해본다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</a:t>
            </a:r>
            <a:r>
              <a:rPr lang="en-US" altLang="ko-KR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548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5AB0E3-8FEC-5BD4-289F-0AD1CF888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8B0E8B1-2254-11FA-B718-5B912519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64710A3-2241-6FFF-B6B1-09BC3ECF8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734C93-D48F-5C0E-E253-CA60343F3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E7D4988-9F52-F70D-53B2-66CB378A5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8C69C97-3863-96FC-9EEF-6669D2B00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58827A-08E4-4A99-BA4C-92C32782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DD2717-0C9E-69AD-0B0A-984F7DCF1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9973FF8-F2C7-A524-8A4D-D44419E1F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A45C828-3E15-D58E-7998-3BB89A6A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6B353A-F3D5-63E5-8E34-9FABC5DAA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7EA484A-112C-5B9B-798B-B2895FF0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</TotalTime>
  <Words>2401</Words>
  <Application>Microsoft Office PowerPoint</Application>
  <PresentationFormat>와이드스크린</PresentationFormat>
  <Paragraphs>405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38</vt:i4>
      </vt:variant>
    </vt:vector>
  </HeadingPairs>
  <TitlesOfParts>
    <vt:vector size="46" baseType="lpstr">
      <vt:lpstr>���� ���</vt:lpstr>
      <vt:lpstr>마루 부리 Beta</vt:lpstr>
      <vt:lpstr>맑은 고딕</vt:lpstr>
      <vt:lpstr>휴먼매직체</vt:lpstr>
      <vt:lpstr>Arial</vt:lpstr>
      <vt:lpstr>Wingdings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이윤호</cp:lastModifiedBy>
  <cp:revision>34</cp:revision>
  <dcterms:created xsi:type="dcterms:W3CDTF">2020-11-18T01:48:02Z</dcterms:created>
  <dcterms:modified xsi:type="dcterms:W3CDTF">2022-11-28T05:14:04Z</dcterms:modified>
</cp:coreProperties>
</file>