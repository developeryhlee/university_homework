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4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64" r:id="rId26"/>
    <p:sldId id="348" r:id="rId27"/>
    <p:sldId id="351" r:id="rId28"/>
    <p:sldId id="352" r:id="rId29"/>
    <p:sldId id="288" r:id="rId30"/>
    <p:sldId id="356" r:id="rId31"/>
    <p:sldId id="294" r:id="rId32"/>
    <p:sldId id="353" r:id="rId33"/>
    <p:sldId id="365" r:id="rId34"/>
    <p:sldId id="366" r:id="rId35"/>
    <p:sldId id="367" r:id="rId36"/>
    <p:sldId id="369" r:id="rId37"/>
    <p:sldId id="368" r:id="rId38"/>
    <p:sldId id="370" r:id="rId39"/>
    <p:sldId id="371" r:id="rId40"/>
    <p:sldId id="293" r:id="rId41"/>
    <p:sldId id="291" r:id="rId42"/>
    <p:sldId id="266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CE6"/>
    <a:srgbClr val="21345C"/>
    <a:srgbClr val="2A345C"/>
    <a:srgbClr val="1C2244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2" y="1350"/>
      </p:cViewPr>
      <p:guideLst>
        <p:guide orient="horz" pos="238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redo custSel addSld delSld modSld sldOrd">
      <pc:chgData name="yoon xihyeon" userId="b03689a23d6da60b" providerId="LiveId" clId="{5D914AD7-9230-47CE-8F52-5A96260F97A5}" dt="2022-12-03T12:29:22.342" v="2168" actId="20577"/>
      <pc:docMkLst>
        <pc:docMk/>
      </pc:docMkLst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7526012" sldId="256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2335713906" sldId="257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913110572" sldId="259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735041406" sldId="260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93141657" sldId="265"/>
        </pc:sldMkLst>
      </pc:sldChg>
      <pc:sldChg chg="addSp delSp modSp mod">
        <pc:chgData name="yoon xihyeon" userId="b03689a23d6da60b" providerId="LiveId" clId="{5D914AD7-9230-47CE-8F52-5A96260F97A5}" dt="2022-12-03T10:31:31.265" v="2014" actId="1076"/>
        <pc:sldMkLst>
          <pc:docMk/>
          <pc:sldMk cId="3669176100" sldId="266"/>
        </pc:sldMkLst>
        <pc:spChg chg="mod ord">
          <ac:chgData name="yoon xihyeon" userId="b03689a23d6da60b" providerId="LiveId" clId="{5D914AD7-9230-47CE-8F52-5A96260F97A5}" dt="2022-12-03T10:29:02.776" v="1988" actId="207"/>
          <ac:spMkLst>
            <pc:docMk/>
            <pc:sldMk cId="3669176100" sldId="266"/>
            <ac:spMk id="2" creationId="{97EA484A-112C-5B9B-798B-B2895FF01360}"/>
          </ac:spMkLst>
        </pc:spChg>
        <pc:spChg chg="mod">
          <ac:chgData name="yoon xihyeon" userId="b03689a23d6da60b" providerId="LiveId" clId="{5D914AD7-9230-47CE-8F52-5A96260F97A5}" dt="2022-12-03T10:31:31.265" v="2014" actId="1076"/>
          <ac:spMkLst>
            <pc:docMk/>
            <pc:sldMk cId="3669176100" sldId="266"/>
            <ac:spMk id="5" creationId="{6B679CA0-EDDD-4ACD-9947-D034F34E4F68}"/>
          </ac:spMkLst>
        </pc:spChg>
        <pc:spChg chg="add mod ord">
          <ac:chgData name="yoon xihyeon" userId="b03689a23d6da60b" providerId="LiveId" clId="{5D914AD7-9230-47CE-8F52-5A96260F97A5}" dt="2022-12-03T10:28:56.041" v="1986" actId="14100"/>
          <ac:spMkLst>
            <pc:docMk/>
            <pc:sldMk cId="3669176100" sldId="266"/>
            <ac:spMk id="6" creationId="{096EF073-A90A-6C6D-50AC-593A17D6ED7C}"/>
          </ac:spMkLst>
        </pc:spChg>
        <pc:picChg chg="del">
          <ac:chgData name="yoon xihyeon" userId="b03689a23d6da60b" providerId="LiveId" clId="{5D914AD7-9230-47CE-8F52-5A96260F97A5}" dt="2022-12-03T10:27:57.248" v="1976" actId="478"/>
          <ac:picMkLst>
            <pc:docMk/>
            <pc:sldMk cId="3669176100" sldId="266"/>
            <ac:picMk id="3" creationId="{EF86BDD0-98BF-4BEF-B4A9-EFA8B57805C9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2-03T12:26:49.766" v="2159" actId="34135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" creationId="{BE34243B-0159-B3C6-45A9-70E5FB00F57A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5" creationId="{B0DD473D-626F-4DC6-A648-3BFCC6B4AF47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6" creationId="{C4404A3D-C925-4422-B36F-7ADEB3EAF66A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7" creationId="{E8A0000D-7E54-4A27-84C9-D2E4F33159A4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8" creationId="{3773FE2E-63C9-4C75-B7D8-DECD7FFAFFB3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9" creationId="{120F1523-9CAD-4C27-A816-6A3DB5808645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0" creationId="{85DFD22B-A591-4CCA-B629-F891C787C026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1" creationId="{EB34BCCA-2631-4478-B26A-D30B20B83E90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2" creationId="{7721A97E-197F-4022-8947-CAF47AC231A8}"/>
          </ac:spMkLst>
        </pc:sp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4" creationId="{9A8E474A-6ECB-442D-8A42-7881F4DFBB2A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2" creationId="{9742D1A6-E7F3-4E84-9CDB-BF483BDD38B5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6" creationId="{5F729412-9112-4DCB-A429-D645A9C6FCE2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9" creationId="{8A5DFFCE-4A81-4FD3-B342-6726CD12DD5D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22" creationId="{EBA72BCD-F717-4443-92F7-ABE5A7BB32FC}"/>
          </ac:cxnSpMkLst>
        </pc:cxnChg>
      </pc:sldChg>
      <pc:sldChg chg="addSp delSp modSp mod">
        <pc:chgData name="yoon xihyeon" userId="b03689a23d6da60b" providerId="LiveId" clId="{5D914AD7-9230-47CE-8F52-5A96260F97A5}" dt="2022-12-03T10:33:56.331" v="2100" actId="20577"/>
        <pc:sldMkLst>
          <pc:docMk/>
          <pc:sldMk cId="2139668770" sldId="288"/>
        </pc:sldMkLst>
        <pc:spChg chg="add mod">
          <ac:chgData name="yoon xihyeon" userId="b03689a23d6da60b" providerId="LiveId" clId="{5D914AD7-9230-47CE-8F52-5A96260F97A5}" dt="2022-12-03T10:05:52.668" v="1547"/>
          <ac:spMkLst>
            <pc:docMk/>
            <pc:sldMk cId="2139668770" sldId="288"/>
            <ac:spMk id="3" creationId="{B423CB85-11BD-80A6-817A-0753C1B6A628}"/>
          </ac:spMkLst>
        </pc:spChg>
        <pc:spChg chg="add mod">
          <ac:chgData name="yoon xihyeon" userId="b03689a23d6da60b" providerId="LiveId" clId="{5D914AD7-9230-47CE-8F52-5A96260F97A5}" dt="2022-12-03T10:33:56.331" v="2100" actId="20577"/>
          <ac:spMkLst>
            <pc:docMk/>
            <pc:sldMk cId="2139668770" sldId="288"/>
            <ac:spMk id="6" creationId="{9FA3CC88-3E96-2782-954C-69B06004925E}"/>
          </ac:spMkLst>
        </pc:spChg>
        <pc:spChg chg="del">
          <ac:chgData name="yoon xihyeon" userId="b03689a23d6da60b" providerId="LiveId" clId="{5D914AD7-9230-47CE-8F52-5A96260F97A5}" dt="2022-12-03T10:05:52.199" v="1546" actId="478"/>
          <ac:spMkLst>
            <pc:docMk/>
            <pc:sldMk cId="2139668770" sldId="288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2-03T10:17:22.300" v="1716" actId="47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addSp delSp modSp mod ord">
        <pc:chgData name="yoon xihyeon" userId="b03689a23d6da60b" providerId="LiveId" clId="{5D914AD7-9230-47CE-8F52-5A96260F97A5}" dt="2022-12-03T10:27:37.646" v="1975" actId="1076"/>
        <pc:sldMkLst>
          <pc:docMk/>
          <pc:sldMk cId="1881078102" sldId="291"/>
        </pc:sldMkLst>
        <pc:spChg chg="add del mod">
          <ac:chgData name="yoon xihyeon" userId="b03689a23d6da60b" providerId="LiveId" clId="{5D914AD7-9230-47CE-8F52-5A96260F97A5}" dt="2022-12-03T10:20:10.917" v="1778"/>
          <ac:spMkLst>
            <pc:docMk/>
            <pc:sldMk cId="1881078102" sldId="291"/>
            <ac:spMk id="3" creationId="{9CBCBF0D-ED0C-D573-74A7-93FF18BFF8D8}"/>
          </ac:spMkLst>
        </pc:spChg>
        <pc:spChg chg="add mod">
          <ac:chgData name="yoon xihyeon" userId="b03689a23d6da60b" providerId="LiveId" clId="{5D914AD7-9230-47CE-8F52-5A96260F97A5}" dt="2022-12-03T10:20:24.955" v="1839"/>
          <ac:spMkLst>
            <pc:docMk/>
            <pc:sldMk cId="1881078102" sldId="291"/>
            <ac:spMk id="6" creationId="{5BE703E8-0523-17BE-BF61-DAC77D04D160}"/>
          </ac:spMkLst>
        </pc:spChg>
        <pc:spChg chg="add mod ord">
          <ac:chgData name="yoon xihyeon" userId="b03689a23d6da60b" providerId="LiveId" clId="{5D914AD7-9230-47CE-8F52-5A96260F97A5}" dt="2022-12-03T10:27:37.646" v="1975" actId="1076"/>
          <ac:spMkLst>
            <pc:docMk/>
            <pc:sldMk cId="1881078102" sldId="291"/>
            <ac:spMk id="7" creationId="{999A12A1-8C0D-1EF4-AFD2-D71BFE6DCC2B}"/>
          </ac:spMkLst>
        </pc:spChg>
        <pc:spChg chg="add mod">
          <ac:chgData name="yoon xihyeon" userId="b03689a23d6da60b" providerId="LiveId" clId="{5D914AD7-9230-47CE-8F52-5A96260F97A5}" dt="2022-12-03T10:26:53.315" v="1968" actId="1076"/>
          <ac:spMkLst>
            <pc:docMk/>
            <pc:sldMk cId="1881078102" sldId="291"/>
            <ac:spMk id="8" creationId="{97AD064C-2529-8B79-7621-D31FA7140FB7}"/>
          </ac:spMkLst>
        </pc:spChg>
        <pc:spChg chg="del">
          <ac:chgData name="yoon xihyeon" userId="b03689a23d6da60b" providerId="LiveId" clId="{5D914AD7-9230-47CE-8F52-5A96260F97A5}" dt="2022-12-03T10:20:12.481" v="1779" actId="478"/>
          <ac:spMkLst>
            <pc:docMk/>
            <pc:sldMk cId="1881078102" sldId="291"/>
            <ac:spMk id="9" creationId="{7FFA9BC9-96FB-4B17-AF51-48D81692F2D7}"/>
          </ac:spMkLst>
        </pc:spChg>
        <pc:spChg chg="add mod">
          <ac:chgData name="yoon xihyeon" userId="b03689a23d6da60b" providerId="LiveId" clId="{5D914AD7-9230-47CE-8F52-5A96260F97A5}" dt="2022-12-03T10:24:46.817" v="1924" actId="1076"/>
          <ac:spMkLst>
            <pc:docMk/>
            <pc:sldMk cId="1881078102" sldId="291"/>
            <ac:spMk id="10" creationId="{601B5952-1395-031D-7267-20370B40C8F4}"/>
          </ac:spMkLst>
        </pc:spChg>
        <pc:spChg chg="add mod">
          <ac:chgData name="yoon xihyeon" userId="b03689a23d6da60b" providerId="LiveId" clId="{5D914AD7-9230-47CE-8F52-5A96260F97A5}" dt="2022-12-03T10:25:58.859" v="1939" actId="1076"/>
          <ac:spMkLst>
            <pc:docMk/>
            <pc:sldMk cId="1881078102" sldId="291"/>
            <ac:spMk id="11" creationId="{084D12E2-A1BE-882B-B9F6-A52C642616ED}"/>
          </ac:spMkLst>
        </pc:spChg>
        <pc:spChg chg="add mod ord">
          <ac:chgData name="yoon xihyeon" userId="b03689a23d6da60b" providerId="LiveId" clId="{5D914AD7-9230-47CE-8F52-5A96260F97A5}" dt="2022-12-03T10:27:27.062" v="1974" actId="167"/>
          <ac:spMkLst>
            <pc:docMk/>
            <pc:sldMk cId="1881078102" sldId="291"/>
            <ac:spMk id="12" creationId="{47787AB6-23A8-0438-1C50-B29FA53CD797}"/>
          </ac:spMkLst>
        </pc:spChg>
        <pc:spChg chg="add mod">
          <ac:chgData name="yoon xihyeon" userId="b03689a23d6da60b" providerId="LiveId" clId="{5D914AD7-9230-47CE-8F52-5A96260F97A5}" dt="2022-12-03T10:26:38.318" v="1961" actId="1076"/>
          <ac:spMkLst>
            <pc:docMk/>
            <pc:sldMk cId="1881078102" sldId="291"/>
            <ac:spMk id="13" creationId="{F43714B8-BDE2-86B7-8C22-7E53268E9C87}"/>
          </ac:spMkLst>
        </pc:spChg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  <pc:spChg chg="mod ord">
          <ac:chgData name="yoon xihyeon" userId="b03689a23d6da60b" providerId="LiveId" clId="{5D914AD7-9230-47CE-8F52-5A96260F97A5}" dt="2022-12-03T10:27:12.222" v="1971" actId="166"/>
          <ac:spMkLst>
            <pc:docMk/>
            <pc:sldMk cId="1881078102" sldId="291"/>
            <ac:spMk id="29" creationId="{F3506F38-D7CA-4295-983C-8A7CA0056781}"/>
          </ac:spMkLst>
        </pc:spChg>
        <pc:spChg chg="mod ord">
          <ac:chgData name="yoon xihyeon" userId="b03689a23d6da60b" providerId="LiveId" clId="{5D914AD7-9230-47CE-8F52-5A96260F97A5}" dt="2022-12-03T10:27:12.566" v="1972" actId="166"/>
          <ac:spMkLst>
            <pc:docMk/>
            <pc:sldMk cId="1881078102" sldId="291"/>
            <ac:spMk id="30" creationId="{305AAFFA-CA45-4BA8-9267-65857DA78E11}"/>
          </ac:spMkLst>
        </pc:spChg>
        <pc:spChg chg="mod ord">
          <ac:chgData name="yoon xihyeon" userId="b03689a23d6da60b" providerId="LiveId" clId="{5D914AD7-9230-47CE-8F52-5A96260F97A5}" dt="2022-12-03T10:27:18.987" v="1973" actId="167"/>
          <ac:spMkLst>
            <pc:docMk/>
            <pc:sldMk cId="1881078102" sldId="291"/>
            <ac:spMk id="31" creationId="{BE13E564-5A9C-479A-9341-19223AE77C03}"/>
          </ac:spMkLst>
        </pc:spChg>
        <pc:spChg chg="del">
          <ac:chgData name="yoon xihyeon" userId="b03689a23d6da60b" providerId="LiveId" clId="{5D914AD7-9230-47CE-8F52-5A96260F97A5}" dt="2022-12-03T10:23:24.849" v="1907" actId="478"/>
          <ac:spMkLst>
            <pc:docMk/>
            <pc:sldMk cId="1881078102" sldId="291"/>
            <ac:spMk id="32" creationId="{1F9CB9B7-B0C7-4080-ABEB-18D35BAE8C2A}"/>
          </ac:spMkLst>
        </pc:spChg>
        <pc:spChg chg="del mod">
          <ac:chgData name="yoon xihyeon" userId="b03689a23d6da60b" providerId="LiveId" clId="{5D914AD7-9230-47CE-8F52-5A96260F97A5}" dt="2022-12-03T10:23:38.005" v="1912" actId="478"/>
          <ac:spMkLst>
            <pc:docMk/>
            <pc:sldMk cId="1881078102" sldId="291"/>
            <ac:spMk id="33" creationId="{44AE361D-0084-477A-ABCB-B0E1194C754C}"/>
          </ac:spMkLst>
        </pc:spChg>
        <pc:spChg chg="del">
          <ac:chgData name="yoon xihyeon" userId="b03689a23d6da60b" providerId="LiveId" clId="{5D914AD7-9230-47CE-8F52-5A96260F97A5}" dt="2022-12-03T10:23:22.864" v="1906" actId="478"/>
          <ac:spMkLst>
            <pc:docMk/>
            <pc:sldMk cId="1881078102" sldId="291"/>
            <ac:spMk id="34" creationId="{73B5EB23-D548-4B79-9A58-CB41B21601F6}"/>
          </ac:spMkLst>
        </pc:spChg>
        <pc:spChg chg="mod topLvl">
          <ac:chgData name="yoon xihyeon" userId="b03689a23d6da60b" providerId="LiveId" clId="{5D914AD7-9230-47CE-8F52-5A96260F97A5}" dt="2022-12-03T10:26:23.365" v="1955" actId="1076"/>
          <ac:spMkLst>
            <pc:docMk/>
            <pc:sldMk cId="1881078102" sldId="291"/>
            <ac:spMk id="42" creationId="{D6B87E40-8C6D-411B-ADF3-D51036089F8E}"/>
          </ac:spMkLst>
        </pc:spChg>
        <pc:spChg chg="del topLvl">
          <ac:chgData name="yoon xihyeon" userId="b03689a23d6da60b" providerId="LiveId" clId="{5D914AD7-9230-47CE-8F52-5A96260F97A5}" dt="2022-12-03T10:20:37.937" v="1840" actId="478"/>
          <ac:spMkLst>
            <pc:docMk/>
            <pc:sldMk cId="1881078102" sldId="291"/>
            <ac:spMk id="43" creationId="{80BC1EF5-EBED-4AC4-B387-8C489328EA39}"/>
          </ac:spMkLst>
        </pc:spChg>
        <pc:grpChg chg="del">
          <ac:chgData name="yoon xihyeon" userId="b03689a23d6da60b" providerId="LiveId" clId="{5D914AD7-9230-47CE-8F52-5A96260F97A5}" dt="2022-12-03T10:21:05.678" v="1852" actId="478"/>
          <ac:grpSpMkLst>
            <pc:docMk/>
            <pc:sldMk cId="1881078102" sldId="291"/>
            <ac:grpSpMk id="35" creationId="{11E25C83-80B1-4393-95ED-E8AB576A35B0}"/>
          </ac:grpSpMkLst>
        </pc:grpChg>
        <pc:grpChg chg="del">
          <ac:chgData name="yoon xihyeon" userId="b03689a23d6da60b" providerId="LiveId" clId="{5D914AD7-9230-47CE-8F52-5A96260F97A5}" dt="2022-12-03T10:21:07.240" v="1853" actId="478"/>
          <ac:grpSpMkLst>
            <pc:docMk/>
            <pc:sldMk cId="1881078102" sldId="291"/>
            <ac:grpSpMk id="38" creationId="{96AA5402-DF74-4BB3-AED0-51C0D35A08BF}"/>
          </ac:grpSpMkLst>
        </pc:grpChg>
        <pc:grpChg chg="del">
          <ac:chgData name="yoon xihyeon" userId="b03689a23d6da60b" providerId="LiveId" clId="{5D914AD7-9230-47CE-8F52-5A96260F97A5}" dt="2022-12-03T10:20:37.937" v="1840" actId="478"/>
          <ac:grpSpMkLst>
            <pc:docMk/>
            <pc:sldMk cId="1881078102" sldId="291"/>
            <ac:grpSpMk id="41" creationId="{C7AD53C5-8293-4807-BCA8-E58FDAF03EF6}"/>
          </ac:grpSpMkLst>
        </pc:grpChg>
      </pc:sldChg>
      <pc:sldChg chg="addSp delSp modSp del mod ord">
        <pc:chgData name="yoon xihyeon" userId="b03689a23d6da60b" providerId="LiveId" clId="{5D914AD7-9230-47CE-8F52-5A96260F97A5}" dt="2022-12-03T10:20:05.987" v="1776" actId="47"/>
        <pc:sldMkLst>
          <pc:docMk/>
          <pc:sldMk cId="3549485027" sldId="292"/>
        </pc:sldMkLst>
        <pc:spChg chg="add del mod">
          <ac:chgData name="yoon xihyeon" userId="b03689a23d6da60b" providerId="LiveId" clId="{5D914AD7-9230-47CE-8F52-5A96260F97A5}" dt="2022-12-03T10:19:46.400" v="1773"/>
          <ac:spMkLst>
            <pc:docMk/>
            <pc:sldMk cId="3549485027" sldId="292"/>
            <ac:spMk id="3" creationId="{11FF9CE1-B5EC-FFA4-22EA-92C931C3D7A6}"/>
          </ac:spMkLst>
        </pc:spChg>
        <pc:spChg chg="del">
          <ac:chgData name="yoon xihyeon" userId="b03689a23d6da60b" providerId="LiveId" clId="{5D914AD7-9230-47CE-8F52-5A96260F97A5}" dt="2022-12-03T10:19:44.102" v="1771" actId="478"/>
          <ac:spMkLst>
            <pc:docMk/>
            <pc:sldMk cId="3549485027" sldId="292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  <pc:graphicFrameChg chg="mod">
          <ac:chgData name="yoon xihyeon" userId="b03689a23d6da60b" providerId="LiveId" clId="{5D914AD7-9230-47CE-8F52-5A96260F97A5}" dt="2022-12-03T10:20:01.366" v="1775" actId="1076"/>
          <ac:graphicFrameMkLst>
            <pc:docMk/>
            <pc:sldMk cId="3549485027" sldId="292"/>
            <ac:graphicFrameMk id="24" creationId="{EE3E2F4D-6BE1-4FCD-B33E-961CD7CF38F5}"/>
          </ac:graphicFrameMkLst>
        </pc:graphicFrameChg>
      </pc:sldChg>
      <pc:sldChg chg="addSp delSp modSp mod">
        <pc:chgData name="yoon xihyeon" userId="b03689a23d6da60b" providerId="LiveId" clId="{5D914AD7-9230-47CE-8F52-5A96260F97A5}" dt="2022-12-03T10:18:45.831" v="1766" actId="478"/>
        <pc:sldMkLst>
          <pc:docMk/>
          <pc:sldMk cId="1438082613" sldId="293"/>
        </pc:sldMkLst>
        <pc:spChg chg="add mod">
          <ac:chgData name="yoon xihyeon" userId="b03689a23d6da60b" providerId="LiveId" clId="{5D914AD7-9230-47CE-8F52-5A96260F97A5}" dt="2022-12-03T10:18:31.042" v="1763" actId="207"/>
          <ac:spMkLst>
            <pc:docMk/>
            <pc:sldMk cId="1438082613" sldId="293"/>
            <ac:spMk id="3" creationId="{747F236F-C956-8247-DA84-DBF48FA4A2F2}"/>
          </ac:spMkLst>
        </pc:spChg>
        <pc:spChg chg="del">
          <ac:chgData name="yoon xihyeon" userId="b03689a23d6da60b" providerId="LiveId" clId="{5D914AD7-9230-47CE-8F52-5A96260F97A5}" dt="2022-12-03T10:18:01.070" v="1718" actId="478"/>
          <ac:spMkLst>
            <pc:docMk/>
            <pc:sldMk cId="1438082613" sldId="293"/>
            <ac:spMk id="9" creationId="{7FFA9BC9-96FB-4B17-AF51-48D81692F2D7}"/>
          </ac:spMkLst>
        </pc:spChg>
        <pc:spChg chg="del">
          <ac:chgData name="yoon xihyeon" userId="b03689a23d6da60b" providerId="LiveId" clId="{5D914AD7-9230-47CE-8F52-5A96260F97A5}" dt="2022-12-03T10:18:44.710" v="1765" actId="478"/>
          <ac:spMkLst>
            <pc:docMk/>
            <pc:sldMk cId="1438082613" sldId="293"/>
            <ac:spMk id="12" creationId="{A79FA120-F414-47F7-A373-3864606C32DD}"/>
          </ac:spMkLst>
        </pc:spChg>
        <pc:spChg chg="del">
          <ac:chgData name="yoon xihyeon" userId="b03689a23d6da60b" providerId="LiveId" clId="{5D914AD7-9230-47CE-8F52-5A96260F97A5}" dt="2022-12-03T10:18:43.132" v="1764" actId="478"/>
          <ac:spMkLst>
            <pc:docMk/>
            <pc:sldMk cId="1438082613" sldId="293"/>
            <ac:spMk id="13" creationId="{C948AD71-585F-461D-A45B-DEFFEE9BE933}"/>
          </ac:spMkLst>
        </pc:spChg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  <pc:graphicFrameChg chg="del">
          <ac:chgData name="yoon xihyeon" userId="b03689a23d6da60b" providerId="LiveId" clId="{5D914AD7-9230-47CE-8F52-5A96260F97A5}" dt="2022-12-03T10:17:49.341" v="1717" actId="478"/>
          <ac:graphicFrameMkLst>
            <pc:docMk/>
            <pc:sldMk cId="1438082613" sldId="293"/>
            <ac:graphicFrameMk id="11" creationId="{1B6CB4A3-1B73-4653-A34C-85DA2F8872C7}"/>
          </ac:graphicFrameMkLst>
        </pc:graphicFrameChg>
        <pc:cxnChg chg="del">
          <ac:chgData name="yoon xihyeon" userId="b03689a23d6da60b" providerId="LiveId" clId="{5D914AD7-9230-47CE-8F52-5A96260F97A5}" dt="2022-12-03T10:18:45.831" v="1766" actId="478"/>
          <ac:cxnSpMkLst>
            <pc:docMk/>
            <pc:sldMk cId="1438082613" sldId="293"/>
            <ac:cxnSpMk id="14" creationId="{881915D1-0F89-4303-80B5-E5E4408EC583}"/>
          </ac:cxnSpMkLst>
        </pc:cxnChg>
      </pc:sldChg>
      <pc:sldChg chg="addSp delSp modSp mod">
        <pc:chgData name="yoon xihyeon" userId="b03689a23d6da60b" providerId="LiveId" clId="{5D914AD7-9230-47CE-8F52-5A96260F97A5}" dt="2022-12-03T10:37:11.640" v="2148"/>
        <pc:sldMkLst>
          <pc:docMk/>
          <pc:sldMk cId="2199263989" sldId="294"/>
        </pc:sldMkLst>
        <pc:spChg chg="mod">
          <ac:chgData name="yoon xihyeon" userId="b03689a23d6da60b" providerId="LiveId" clId="{5D914AD7-9230-47CE-8F52-5A96260F97A5}" dt="2022-12-03T10:29:31.973" v="1995" actId="207"/>
          <ac:spMkLst>
            <pc:docMk/>
            <pc:sldMk cId="2199263989" sldId="294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07:27.505" v="1587" actId="478"/>
          <ac:spMkLst>
            <pc:docMk/>
            <pc:sldMk cId="2199263989" sldId="294"/>
            <ac:spMk id="6" creationId="{52457443-236A-4B97-AB90-9C203498A48B}"/>
          </ac:spMkLst>
        </pc:spChg>
        <pc:spChg chg="add mod ord">
          <ac:chgData name="yoon xihyeon" userId="b03689a23d6da60b" providerId="LiveId" clId="{5D914AD7-9230-47CE-8F52-5A96260F97A5}" dt="2022-12-03T10:14:13.382" v="1632" actId="14100"/>
          <ac:spMkLst>
            <pc:docMk/>
            <pc:sldMk cId="2199263989" sldId="294"/>
            <ac:spMk id="7" creationId="{7862B3F7-5E25-A7FD-40E4-E5950191F795}"/>
          </ac:spMkLst>
        </pc:spChg>
        <pc:spChg chg="add mod">
          <ac:chgData name="yoon xihyeon" userId="b03689a23d6da60b" providerId="LiveId" clId="{5D914AD7-9230-47CE-8F52-5A96260F97A5}" dt="2022-12-03T10:09:39.936" v="1598"/>
          <ac:spMkLst>
            <pc:docMk/>
            <pc:sldMk cId="2199263989" sldId="294"/>
            <ac:spMk id="10" creationId="{36A05DBC-716C-A018-6FC2-C1375396264B}"/>
          </ac:spMkLst>
        </pc:spChg>
        <pc:spChg chg="add mod">
          <ac:chgData name="yoon xihyeon" userId="b03689a23d6da60b" providerId="LiveId" clId="{5D914AD7-9230-47CE-8F52-5A96260F97A5}" dt="2022-12-03T10:14:42.021" v="1656" actId="20577"/>
          <ac:spMkLst>
            <pc:docMk/>
            <pc:sldMk cId="2199263989" sldId="294"/>
            <ac:spMk id="11" creationId="{16B4C177-3785-15B4-24B7-813AB7B65563}"/>
          </ac:spMkLst>
        </pc:spChg>
        <pc:spChg chg="add del mod">
          <ac:chgData name="yoon xihyeon" userId="b03689a23d6da60b" providerId="LiveId" clId="{5D914AD7-9230-47CE-8F52-5A96260F97A5}" dt="2022-12-03T10:37:02.041" v="2144" actId="21"/>
          <ac:spMkLst>
            <pc:docMk/>
            <pc:sldMk cId="2199263989" sldId="294"/>
            <ac:spMk id="12" creationId="{CB63722A-45C0-DA96-8D10-A88D88E14E0E}"/>
          </ac:spMkLst>
        </pc:spChg>
        <pc:spChg chg="add mod">
          <ac:chgData name="yoon xihyeon" userId="b03689a23d6da60b" providerId="LiveId" clId="{5D914AD7-9230-47CE-8F52-5A96260F97A5}" dt="2022-12-03T10:37:11.640" v="2148"/>
          <ac:spMkLst>
            <pc:docMk/>
            <pc:sldMk cId="2199263989" sldId="294"/>
            <ac:spMk id="13" creationId="{655BB24B-4520-62AE-119A-9AB8CF3BF345}"/>
          </ac:spMkLst>
        </pc:spChg>
        <pc:grpChg chg="del">
          <ac:chgData name="yoon xihyeon" userId="b03689a23d6da60b" providerId="LiveId" clId="{5D914AD7-9230-47CE-8F52-5A96260F97A5}" dt="2022-12-03T10:07:25.626" v="1586" actId="478"/>
          <ac:grpSpMkLst>
            <pc:docMk/>
            <pc:sldMk cId="2199263989" sldId="294"/>
            <ac:grpSpMk id="2" creationId="{98FFD00A-2DF4-4775-AAC7-43F3FE6D0795}"/>
          </ac:grpSpMkLst>
        </pc:grpChg>
        <pc:cxnChg chg="add mod">
          <ac:chgData name="yoon xihyeon" userId="b03689a23d6da60b" providerId="LiveId" clId="{5D914AD7-9230-47CE-8F52-5A96260F97A5}" dt="2022-12-03T10:09:31.275" v="1597" actId="14100"/>
          <ac:cxnSpMkLst>
            <pc:docMk/>
            <pc:sldMk cId="2199263989" sldId="294"/>
            <ac:cxnSpMk id="8" creationId="{07DCB200-54C0-4AD3-99C4-9FB451D035F3}"/>
          </ac:cxnSpMkLst>
        </pc:cxn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del">
        <pc:chgData name="yoon xihyeon" userId="b03689a23d6da60b" providerId="LiveId" clId="{5D914AD7-9230-47CE-8F52-5A96260F97A5}" dt="2022-12-03T10:07:18.192" v="1583" actId="47"/>
        <pc:sldMkLst>
          <pc:docMk/>
          <pc:sldMk cId="4070689933" sldId="299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modSp add mod">
        <pc:chgData name="yoon xihyeon" userId="b03689a23d6da60b" providerId="LiveId" clId="{5D914AD7-9230-47CE-8F52-5A96260F97A5}" dt="2022-12-03T10:30:11.101" v="1998" actId="207"/>
        <pc:sldMkLst>
          <pc:docMk/>
          <pc:sldMk cId="2580032353" sldId="330"/>
        </pc:sldMkLst>
        <pc:spChg chg="mod">
          <ac:chgData name="yoon xihyeon" userId="b03689a23d6da60b" providerId="LiveId" clId="{5D914AD7-9230-47CE-8F52-5A96260F97A5}" dt="2022-12-03T10:30:11.101" v="1998" actId="207"/>
          <ac:spMkLst>
            <pc:docMk/>
            <pc:sldMk cId="2580032353" sldId="330"/>
            <ac:spMk id="3" creationId="{82DB4BDC-A0CD-EB19-D9B9-A42A0DB3391B}"/>
          </ac:spMkLst>
        </pc:spChg>
      </pc:sldChg>
      <pc:sldChg chg="modSp add mod">
        <pc:chgData name="yoon xihyeon" userId="b03689a23d6da60b" providerId="LiveId" clId="{5D914AD7-9230-47CE-8F52-5A96260F97A5}" dt="2022-12-03T10:30:19.942" v="1999" actId="207"/>
        <pc:sldMkLst>
          <pc:docMk/>
          <pc:sldMk cId="3975752944" sldId="331"/>
        </pc:sldMkLst>
        <pc:spChg chg="mod">
          <ac:chgData name="yoon xihyeon" userId="b03689a23d6da60b" providerId="LiveId" clId="{5D914AD7-9230-47CE-8F52-5A96260F97A5}" dt="2022-12-03T10:30:19.942" v="1999" actId="207"/>
          <ac:spMkLst>
            <pc:docMk/>
            <pc:sldMk cId="3975752944" sldId="331"/>
            <ac:spMk id="5" creationId="{6D3E7D93-F159-2F4C-F16A-ADB709F3EE77}"/>
          </ac:spMkLst>
        </pc:spChg>
      </pc:sldChg>
      <pc:sldChg chg="modSp add mod">
        <pc:chgData name="yoon xihyeon" userId="b03689a23d6da60b" providerId="LiveId" clId="{5D914AD7-9230-47CE-8F52-5A96260F97A5}" dt="2022-12-03T10:29:51.441" v="1996" actId="207"/>
        <pc:sldMkLst>
          <pc:docMk/>
          <pc:sldMk cId="326280623" sldId="332"/>
        </pc:sldMkLst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2" creationId="{FCBB0498-13C3-48CC-9BFE-7243BE8082B0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3" creationId="{90C0895B-7B4E-4FB6-95D6-6192E6C6C6FE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4" creationId="{1EF51587-4B82-43A7-8A06-3BA5E76F90F4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5" creationId="{C42A27B8-3421-9530-A1D5-A9C7F0FA725A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6" creationId="{0CD0AB23-035A-7CED-AF07-C0BD544940FB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8" creationId="{BCC1BEFE-B3B1-57F7-6A89-B176267D896B}"/>
          </ac:spMkLst>
        </pc:spChg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Sp delSp modSp add mod">
        <pc:chgData name="yoon xihyeon" userId="b03689a23d6da60b" providerId="LiveId" clId="{5D914AD7-9230-47CE-8F52-5A96260F97A5}" dt="2022-12-03T12:26:58.943" v="2160" actId="34135"/>
        <pc:sldMkLst>
          <pc:docMk/>
          <pc:sldMk cId="4265482267" sldId="348"/>
        </pc:sldMkLst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6" creationId="{E556F07A-8481-64EF-FF64-DAAE24D04A03}"/>
          </ac:spMkLst>
        </pc:spChg>
        <pc:spChg chg="add 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7" creationId="{E93C424B-79A3-B0BC-53EE-BDDC68FAE2B4}"/>
          </ac:spMkLst>
        </pc:spChg>
        <pc:spChg chg="del">
          <ac:chgData name="yoon xihyeon" userId="b03689a23d6da60b" providerId="LiveId" clId="{5D914AD7-9230-47CE-8F52-5A96260F97A5}" dt="2022-12-03T09:45:20.877" v="891" actId="478"/>
          <ac:spMkLst>
            <pc:docMk/>
            <pc:sldMk cId="4265482267" sldId="348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5:24.238" v="894" actId="478"/>
          <ac:spMkLst>
            <pc:docMk/>
            <pc:sldMk cId="4265482267" sldId="348"/>
            <ac:spMk id="11" creationId="{AAD8210A-010D-4E5D-881B-5A056565008D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0:26.517" v="967" actId="478"/>
          <ac:spMkLst>
            <pc:docMk/>
            <pc:sldMk cId="4265482267" sldId="348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5:28.760" v="897" actId="478"/>
          <ac:spMkLst>
            <pc:docMk/>
            <pc:sldMk cId="4265482267" sldId="348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5:21.830" v="892" actId="478"/>
          <ac:spMkLst>
            <pc:docMk/>
            <pc:sldMk cId="4265482267" sldId="348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5:27.852" v="896" actId="478"/>
          <ac:spMkLst>
            <pc:docMk/>
            <pc:sldMk cId="4265482267" sldId="348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5:23.035" v="893" actId="478"/>
          <ac:spMkLst>
            <pc:docMk/>
            <pc:sldMk cId="4265482267" sldId="348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0:24.414" v="966" actId="478"/>
          <ac:spMkLst>
            <pc:docMk/>
            <pc:sldMk cId="4265482267" sldId="348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5:26.100" v="895" actId="478"/>
          <ac:spMkLst>
            <pc:docMk/>
            <pc:sldMk cId="4265482267" sldId="348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6:02.684" v="905" actId="478"/>
          <ac:spMkLst>
            <pc:docMk/>
            <pc:sldMk cId="4265482267" sldId="348"/>
            <ac:spMk id="25" creationId="{D1CC9224-6BFE-4B92-BA7E-42C9CD1E5C67}"/>
          </ac:spMkLst>
        </pc:spChg>
        <pc:grpChg chg="add mod">
          <ac:chgData name="yoon xihyeon" userId="b03689a23d6da60b" providerId="LiveId" clId="{5D914AD7-9230-47CE-8F52-5A96260F97A5}" dt="2022-12-03T12:26:58.943" v="2160" actId="34135"/>
          <ac:grpSpMkLst>
            <pc:docMk/>
            <pc:sldMk cId="4265482267" sldId="348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6:58.943" v="2160" actId="34135"/>
          <ac:cxnSpMkLst>
            <pc:docMk/>
            <pc:sldMk cId="4265482267" sldId="348"/>
            <ac:cxnSpMk id="4" creationId="{9A8E474A-6ECB-442D-8A42-7881F4DFBB2A}"/>
          </ac:cxnSpMkLst>
        </pc:cxnChg>
      </pc:sldChg>
      <pc:sldChg chg="addSp delSp modSp add del mod">
        <pc:chgData name="yoon xihyeon" userId="b03689a23d6da60b" providerId="LiveId" clId="{5D914AD7-9230-47CE-8F52-5A96260F97A5}" dt="2022-12-03T09:55:08.174" v="1047" actId="47"/>
        <pc:sldMkLst>
          <pc:docMk/>
          <pc:sldMk cId="2000032108" sldId="349"/>
        </pc:sldMkLst>
        <pc:spChg chg="add mod">
          <ac:chgData name="yoon xihyeon" userId="b03689a23d6da60b" providerId="LiveId" clId="{5D914AD7-9230-47CE-8F52-5A96260F97A5}" dt="2022-12-03T09:53:41.474" v="1025" actId="1076"/>
          <ac:spMkLst>
            <pc:docMk/>
            <pc:sldMk cId="2000032108" sldId="349"/>
            <ac:spMk id="7" creationId="{1E18A045-F8DB-5136-DA8E-EFA73CE186B4}"/>
          </ac:spMkLst>
        </pc:spChg>
        <pc:spChg chg="del">
          <ac:chgData name="yoon xihyeon" userId="b03689a23d6da60b" providerId="LiveId" clId="{5D914AD7-9230-47CE-8F52-5A96260F97A5}" dt="2022-12-03T09:43:32.106" v="864" actId="478"/>
          <ac:spMkLst>
            <pc:docMk/>
            <pc:sldMk cId="2000032108" sldId="349"/>
            <ac:spMk id="10" creationId="{1CABAF0A-198C-4992-B7B0-4B084BD61064}"/>
          </ac:spMkLst>
        </pc:spChg>
        <pc:spChg chg="add del mod">
          <ac:chgData name="yoon xihyeon" userId="b03689a23d6da60b" providerId="LiveId" clId="{5D914AD7-9230-47CE-8F52-5A96260F97A5}" dt="2022-12-03T09:54:03.181" v="1031" actId="478"/>
          <ac:spMkLst>
            <pc:docMk/>
            <pc:sldMk cId="2000032108" sldId="349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3:32.779" v="865" actId="478"/>
          <ac:spMkLst>
            <pc:docMk/>
            <pc:sldMk cId="2000032108" sldId="349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4:04.712" v="1032" actId="478"/>
          <ac:spMkLst>
            <pc:docMk/>
            <pc:sldMk cId="2000032108" sldId="349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3:33.685" v="866" actId="478"/>
          <ac:spMkLst>
            <pc:docMk/>
            <pc:sldMk cId="2000032108" sldId="349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3:29.742" v="862" actId="478"/>
          <ac:spMkLst>
            <pc:docMk/>
            <pc:sldMk cId="2000032108" sldId="349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3:34.906" v="867" actId="478"/>
          <ac:spMkLst>
            <pc:docMk/>
            <pc:sldMk cId="2000032108" sldId="349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3:31.213" v="863" actId="478"/>
          <ac:spMkLst>
            <pc:docMk/>
            <pc:sldMk cId="2000032108" sldId="349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4:01.346" v="1029" actId="478"/>
          <ac:spMkLst>
            <pc:docMk/>
            <pc:sldMk cId="2000032108" sldId="349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09:54:52.849" v="1045" actId="1076"/>
          <ac:spMkLst>
            <pc:docMk/>
            <pc:sldMk cId="2000032108" sldId="349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3:37.657" v="868" actId="478"/>
          <ac:spMkLst>
            <pc:docMk/>
            <pc:sldMk cId="2000032108" sldId="349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3:28.803" v="861" actId="478"/>
          <ac:spMkLst>
            <pc:docMk/>
            <pc:sldMk cId="2000032108" sldId="349"/>
            <ac:spMk id="25" creationId="{D1CC9224-6BFE-4B92-BA7E-42C9CD1E5C67}"/>
          </ac:spMkLst>
        </pc:spChg>
      </pc:sldChg>
      <pc:sldChg chg="addSp delSp modSp add del mod">
        <pc:chgData name="yoon xihyeon" userId="b03689a23d6da60b" providerId="LiveId" clId="{5D914AD7-9230-47CE-8F52-5A96260F97A5}" dt="2022-12-03T09:55:09.904" v="1048" actId="47"/>
        <pc:sldMkLst>
          <pc:docMk/>
          <pc:sldMk cId="2806025756" sldId="350"/>
        </pc:sldMkLst>
        <pc:spChg chg="add mod">
          <ac:chgData name="yoon xihyeon" userId="b03689a23d6da60b" providerId="LiveId" clId="{5D914AD7-9230-47CE-8F52-5A96260F97A5}" dt="2022-12-03T09:49:25.293" v="950"/>
          <ac:spMkLst>
            <pc:docMk/>
            <pc:sldMk cId="2806025756" sldId="350"/>
            <ac:spMk id="7" creationId="{887AA479-3CDC-D989-2EE4-A75D56747DAA}"/>
          </ac:spMkLst>
        </pc:spChg>
        <pc:spChg chg="mod">
          <ac:chgData name="yoon xihyeon" userId="b03689a23d6da60b" providerId="LiveId" clId="{5D914AD7-9230-47CE-8F52-5A96260F97A5}" dt="2022-12-03T09:47:03.633" v="922" actId="14100"/>
          <ac:spMkLst>
            <pc:docMk/>
            <pc:sldMk cId="2806025756" sldId="350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2:23.306" v="852" actId="478"/>
          <ac:spMkLst>
            <pc:docMk/>
            <pc:sldMk cId="2806025756" sldId="350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2:09.674" v="844" actId="478"/>
          <ac:spMkLst>
            <pc:docMk/>
            <pc:sldMk cId="2806025756" sldId="350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42:13.093" v="846" actId="478"/>
          <ac:spMkLst>
            <pc:docMk/>
            <pc:sldMk cId="2806025756" sldId="350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2:20.542" v="849" actId="478"/>
          <ac:spMkLst>
            <pc:docMk/>
            <pc:sldMk cId="2806025756" sldId="350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2:12.031" v="845" actId="478"/>
          <ac:spMkLst>
            <pc:docMk/>
            <pc:sldMk cId="2806025756" sldId="350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2:19.493" v="848" actId="478"/>
          <ac:spMkLst>
            <pc:docMk/>
            <pc:sldMk cId="2806025756" sldId="350"/>
            <ac:spMk id="21" creationId="{1BE971A6-8C1F-45B2-84FF-4DF373B39634}"/>
          </ac:spMkLst>
        </pc:spChg>
        <pc:spChg chg="add del mod ord">
          <ac:chgData name="yoon xihyeon" userId="b03689a23d6da60b" providerId="LiveId" clId="{5D914AD7-9230-47CE-8F52-5A96260F97A5}" dt="2022-12-03T09:43:10.416" v="860" actId="14100"/>
          <ac:spMkLst>
            <pc:docMk/>
            <pc:sldMk cId="2806025756" sldId="350"/>
            <ac:spMk id="23" creationId="{BD3B10E6-E104-471D-8D2E-2FA0DD279594}"/>
          </ac:spMkLst>
        </pc:spChg>
        <pc:spChg chg="del mod">
          <ac:chgData name="yoon xihyeon" userId="b03689a23d6da60b" providerId="LiveId" clId="{5D914AD7-9230-47CE-8F52-5A96260F97A5}" dt="2022-12-03T09:42:22.869" v="851" actId="478"/>
          <ac:spMkLst>
            <pc:docMk/>
            <pc:sldMk cId="2806025756" sldId="350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2:33.638" v="854" actId="478"/>
          <ac:spMkLst>
            <pc:docMk/>
            <pc:sldMk cId="2806025756" sldId="350"/>
            <ac:spMk id="25" creationId="{D1CC9224-6BFE-4B92-BA7E-42C9CD1E5C67}"/>
          </ac:spMkLst>
        </pc:spChg>
      </pc:sldChg>
      <pc:sldChg chg="modSp add mod">
        <pc:chgData name="yoon xihyeon" userId="b03689a23d6da60b" providerId="LiveId" clId="{5D914AD7-9230-47CE-8F52-5A96260F97A5}" dt="2022-12-03T12:27:01.535" v="2161" actId="34135"/>
        <pc:sldMkLst>
          <pc:docMk/>
          <pc:sldMk cId="2881644187" sldId="351"/>
        </pc:sldMkLst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6" creationId="{E556F07A-8481-64EF-FF64-DAAE24D04A03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12:27:01.535" v="2161" actId="34135"/>
          <ac:grpSpMkLst>
            <pc:docMk/>
            <pc:sldMk cId="2881644187" sldId="351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7:01.535" v="2161" actId="34135"/>
          <ac:cxnSpMkLst>
            <pc:docMk/>
            <pc:sldMk cId="2881644187" sldId="351"/>
            <ac:cxnSpMk id="4" creationId="{9A8E474A-6ECB-442D-8A42-7881F4DFBB2A}"/>
          </ac:cxnSpMkLst>
        </pc:cxnChg>
      </pc:sldChg>
      <pc:sldChg chg="modSp add mod">
        <pc:chgData name="yoon xihyeon" userId="b03689a23d6da60b" providerId="LiveId" clId="{5D914AD7-9230-47CE-8F52-5A96260F97A5}" dt="2022-12-03T12:27:05.971" v="2162" actId="34135"/>
        <pc:sldMkLst>
          <pc:docMk/>
          <pc:sldMk cId="1848810976" sldId="352"/>
        </pc:sldMkLst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6" creationId="{E556F07A-8481-64EF-FF64-DAAE24D04A03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12:27:05.971" v="2162" actId="34135"/>
          <ac:grpSpMkLst>
            <pc:docMk/>
            <pc:sldMk cId="1848810976" sldId="352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7:05.971" v="2162" actId="34135"/>
          <ac:cxnSpMkLst>
            <pc:docMk/>
            <pc:sldMk cId="1848810976" sldId="352"/>
            <ac:cxnSpMk id="4" creationId="{9A8E474A-6ECB-442D-8A42-7881F4DFBB2A}"/>
          </ac:cxnSpMkLst>
        </pc:cxnChg>
      </pc:sldChg>
      <pc:sldChg chg="addSp delSp modSp add mod">
        <pc:chgData name="yoon xihyeon" userId="b03689a23d6da60b" providerId="LiveId" clId="{5D914AD7-9230-47CE-8F52-5A96260F97A5}" dt="2022-12-03T10:37:19.952" v="2149"/>
        <pc:sldMkLst>
          <pc:docMk/>
          <pc:sldMk cId="3076298570" sldId="353"/>
        </pc:sldMkLst>
        <pc:spChg chg="add mod ord">
          <ac:chgData name="yoon xihyeon" userId="b03689a23d6da60b" providerId="LiveId" clId="{5D914AD7-9230-47CE-8F52-5A96260F97A5}" dt="2022-12-03T10:29:23.901" v="1992" actId="1035"/>
          <ac:spMkLst>
            <pc:docMk/>
            <pc:sldMk cId="3076298570" sldId="353"/>
            <ac:spMk id="2" creationId="{B994963E-0FB4-0630-99CD-87C9BDEBBFD0}"/>
          </ac:spMkLst>
        </pc:spChg>
        <pc:spChg chg="add mod">
          <ac:chgData name="yoon xihyeon" userId="b03689a23d6da60b" providerId="LiveId" clId="{5D914AD7-9230-47CE-8F52-5A96260F97A5}" dt="2022-12-03T10:37:19.952" v="2149"/>
          <ac:spMkLst>
            <pc:docMk/>
            <pc:sldMk cId="3076298570" sldId="353"/>
            <ac:spMk id="3" creationId="{5B0642E0-F60C-7A50-397B-192F5AEA715C}"/>
          </ac:spMkLst>
        </pc:spChg>
        <pc:spChg chg="mod">
          <ac:chgData name="yoon xihyeon" userId="b03689a23d6da60b" providerId="LiveId" clId="{5D914AD7-9230-47CE-8F52-5A96260F97A5}" dt="2022-12-03T10:29:26.654" v="1994" actId="207"/>
          <ac:spMkLst>
            <pc:docMk/>
            <pc:sldMk cId="3076298570" sldId="353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16:34.497" v="1703" actId="478"/>
          <ac:spMkLst>
            <pc:docMk/>
            <pc:sldMk cId="3076298570" sldId="353"/>
            <ac:spMk id="7" creationId="{7862B3F7-5E25-A7FD-40E4-E5950191F795}"/>
          </ac:spMkLst>
        </pc:spChg>
        <pc:spChg chg="del mod">
          <ac:chgData name="yoon xihyeon" userId="b03689a23d6da60b" providerId="LiveId" clId="{5D914AD7-9230-47CE-8F52-5A96260F97A5}" dt="2022-12-03T10:37:10.153" v="2147" actId="21"/>
          <ac:spMkLst>
            <pc:docMk/>
            <pc:sldMk cId="3076298570" sldId="353"/>
            <ac:spMk id="12" creationId="{CB63722A-45C0-DA96-8D10-A88D88E14E0E}"/>
          </ac:spMkLst>
        </pc:spChg>
      </pc:sldChg>
      <pc:sldChg chg="addSp delSp modSp add del mod">
        <pc:chgData name="yoon xihyeon" userId="b03689a23d6da60b" providerId="LiveId" clId="{5D914AD7-9230-47CE-8F52-5A96260F97A5}" dt="2022-12-03T12:28:09.415" v="2167" actId="47"/>
        <pc:sldMkLst>
          <pc:docMk/>
          <pc:sldMk cId="363000580" sldId="354"/>
        </pc:sldMkLst>
        <pc:spChg chg="del">
          <ac:chgData name="yoon xihyeon" userId="b03689a23d6da60b" providerId="LiveId" clId="{5D914AD7-9230-47CE-8F52-5A96260F97A5}" dt="2022-12-03T10:16:56.149" v="1709" actId="478"/>
          <ac:spMkLst>
            <pc:docMk/>
            <pc:sldMk cId="363000580" sldId="354"/>
            <ac:spMk id="2" creationId="{B994963E-0FB4-0630-99CD-87C9BDEBBFD0}"/>
          </ac:spMkLst>
        </pc:spChg>
        <pc:spChg chg="add mod ord">
          <ac:chgData name="yoon xihyeon" userId="b03689a23d6da60b" providerId="LiveId" clId="{5D914AD7-9230-47CE-8F52-5A96260F97A5}" dt="2022-12-03T10:30:53.195" v="2006" actId="1036"/>
          <ac:spMkLst>
            <pc:docMk/>
            <pc:sldMk cId="363000580" sldId="354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0:56.137" v="2008" actId="207"/>
          <ac:spMkLst>
            <pc:docMk/>
            <pc:sldMk cId="363000580" sldId="354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4.847" v="2103" actId="20577"/>
          <ac:spMkLst>
            <pc:docMk/>
            <pc:sldMk cId="363000580" sldId="354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7.016" v="2104" actId="20577"/>
        <pc:sldMkLst>
          <pc:docMk/>
          <pc:sldMk cId="719028497" sldId="355"/>
        </pc:sldMkLst>
        <pc:spChg chg="add mod ord">
          <ac:chgData name="yoon xihyeon" userId="b03689a23d6da60b" providerId="LiveId" clId="{5D914AD7-9230-47CE-8F52-5A96260F97A5}" dt="2022-12-03T10:17:18.411" v="1714" actId="167"/>
          <ac:spMkLst>
            <pc:docMk/>
            <pc:sldMk cId="719028497" sldId="355"/>
            <ac:spMk id="2" creationId="{4213C91C-166F-499B-1543-6482AA6C2A27}"/>
          </ac:spMkLst>
        </pc:spChg>
        <pc:spChg chg="del">
          <ac:chgData name="yoon xihyeon" userId="b03689a23d6da60b" providerId="LiveId" clId="{5D914AD7-9230-47CE-8F52-5A96260F97A5}" dt="2022-12-03T10:17:19.536" v="1715" actId="478"/>
          <ac:spMkLst>
            <pc:docMk/>
            <pc:sldMk cId="719028497" sldId="355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1:00.424" v="2009" actId="207"/>
          <ac:spMkLst>
            <pc:docMk/>
            <pc:sldMk cId="719028497" sldId="355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7.016" v="2104" actId="20577"/>
          <ac:spMkLst>
            <pc:docMk/>
            <pc:sldMk cId="719028497" sldId="355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7:05.604" v="2146"/>
        <pc:sldMkLst>
          <pc:docMk/>
          <pc:sldMk cId="3399616171" sldId="356"/>
        </pc:sldMkLst>
        <pc:spChg chg="add del mod">
          <ac:chgData name="yoon xihyeon" userId="b03689a23d6da60b" providerId="LiveId" clId="{5D914AD7-9230-47CE-8F52-5A96260F97A5}" dt="2022-12-03T10:37:04.870" v="2145" actId="478"/>
          <ac:spMkLst>
            <pc:docMk/>
            <pc:sldMk cId="3399616171" sldId="356"/>
            <ac:spMk id="2" creationId="{31A5949A-B189-68B9-7839-152E3CE24638}"/>
          </ac:spMkLst>
        </pc:spChg>
        <pc:spChg chg="add mod ord">
          <ac:chgData name="yoon xihyeon" userId="b03689a23d6da60b" providerId="LiveId" clId="{5D914AD7-9230-47CE-8F52-5A96260F97A5}" dt="2022-12-03T10:36:28.948" v="2137" actId="167"/>
          <ac:spMkLst>
            <pc:docMk/>
            <pc:sldMk cId="3399616171" sldId="356"/>
            <ac:spMk id="3" creationId="{27FC7C8F-065E-310A-2A2E-97113646C290}"/>
          </ac:spMkLst>
        </pc:spChg>
        <pc:spChg chg="add mod">
          <ac:chgData name="yoon xihyeon" userId="b03689a23d6da60b" providerId="LiveId" clId="{5D914AD7-9230-47CE-8F52-5A96260F97A5}" dt="2022-12-03T10:37:05.604" v="2146"/>
          <ac:spMkLst>
            <pc:docMk/>
            <pc:sldMk cId="3399616171" sldId="356"/>
            <ac:spMk id="4" creationId="{003175B6-0AC0-9EA7-2ED3-674ED30C0CAE}"/>
          </ac:spMkLst>
        </pc:spChg>
        <pc:spChg chg="del">
          <ac:chgData name="yoon xihyeon" userId="b03689a23d6da60b" providerId="LiveId" clId="{5D914AD7-9230-47CE-8F52-5A96260F97A5}" dt="2022-12-03T10:36:30.386" v="2138" actId="478"/>
          <ac:spMkLst>
            <pc:docMk/>
            <pc:sldMk cId="3399616171" sldId="356"/>
            <ac:spMk id="7" creationId="{7862B3F7-5E25-A7FD-40E4-E5950191F795}"/>
          </ac:spMkLst>
        </pc:spChg>
        <pc:spChg chg="del">
          <ac:chgData name="yoon xihyeon" userId="b03689a23d6da60b" providerId="LiveId" clId="{5D914AD7-9230-47CE-8F52-5A96260F97A5}" dt="2022-12-03T10:34:30.237" v="2108" actId="478"/>
          <ac:spMkLst>
            <pc:docMk/>
            <pc:sldMk cId="3399616171" sldId="356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42.585" v="2114"/>
        <pc:sldMkLst>
          <pc:docMk/>
          <pc:sldMk cId="2003745268" sldId="357"/>
        </pc:sldMkLst>
        <pc:spChg chg="add mod">
          <ac:chgData name="yoon xihyeon" userId="b03689a23d6da60b" providerId="LiveId" clId="{5D914AD7-9230-47CE-8F52-5A96260F97A5}" dt="2022-12-03T10:34:42.585" v="2114"/>
          <ac:spMkLst>
            <pc:docMk/>
            <pc:sldMk cId="2003745268" sldId="357"/>
            <ac:spMk id="3" creationId="{37574878-3EEB-78B2-98FA-FD715F35483A}"/>
          </ac:spMkLst>
        </pc:spChg>
        <pc:spChg chg="del">
          <ac:chgData name="yoon xihyeon" userId="b03689a23d6da60b" providerId="LiveId" clId="{5D914AD7-9230-47CE-8F52-5A96260F97A5}" dt="2022-12-03T10:34:42.240" v="2113" actId="478"/>
          <ac:spMkLst>
            <pc:docMk/>
            <pc:sldMk cId="2003745268" sldId="357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56.600" v="2119"/>
        <pc:sldMkLst>
          <pc:docMk/>
          <pc:sldMk cId="2460096975" sldId="358"/>
        </pc:sldMkLst>
        <pc:spChg chg="add mod">
          <ac:chgData name="yoon xihyeon" userId="b03689a23d6da60b" providerId="LiveId" clId="{5D914AD7-9230-47CE-8F52-5A96260F97A5}" dt="2022-12-03T10:34:56.600" v="2119"/>
          <ac:spMkLst>
            <pc:docMk/>
            <pc:sldMk cId="2460096975" sldId="358"/>
            <ac:spMk id="2" creationId="{5D92EB44-D924-27C7-04BE-FB782AE9B829}"/>
          </ac:spMkLst>
        </pc:spChg>
        <pc:spChg chg="del">
          <ac:chgData name="yoon xihyeon" userId="b03689a23d6da60b" providerId="LiveId" clId="{5D914AD7-9230-47CE-8F52-5A96260F97A5}" dt="2022-12-03T10:34:56.304" v="2118" actId="478"/>
          <ac:spMkLst>
            <pc:docMk/>
            <pc:sldMk cId="2460096975" sldId="358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5:09.309" v="2124"/>
        <pc:sldMkLst>
          <pc:docMk/>
          <pc:sldMk cId="416386707" sldId="359"/>
        </pc:sldMkLst>
        <pc:spChg chg="add mod">
          <ac:chgData name="yoon xihyeon" userId="b03689a23d6da60b" providerId="LiveId" clId="{5D914AD7-9230-47CE-8F52-5A96260F97A5}" dt="2022-12-03T10:35:09.309" v="2124"/>
          <ac:spMkLst>
            <pc:docMk/>
            <pc:sldMk cId="416386707" sldId="359"/>
            <ac:spMk id="3" creationId="{79A4EFA8-8208-E4BD-5AAD-C614C71B132C}"/>
          </ac:spMkLst>
        </pc:spChg>
        <pc:spChg chg="del">
          <ac:chgData name="yoon xihyeon" userId="b03689a23d6da60b" providerId="LiveId" clId="{5D914AD7-9230-47CE-8F52-5A96260F97A5}" dt="2022-12-03T10:35:09.043" v="2123" actId="478"/>
          <ac:spMkLst>
            <pc:docMk/>
            <pc:sldMk cId="416386707" sldId="359"/>
            <ac:spMk id="12" creationId="{CB63722A-45C0-DA96-8D10-A88D88E14E0E}"/>
          </ac:spMkLst>
        </pc:spChg>
      </pc:sldChg>
      <pc:sldChg chg="add del ord">
        <pc:chgData name="yoon xihyeon" userId="b03689a23d6da60b" providerId="LiveId" clId="{5D914AD7-9230-47CE-8F52-5A96260F97A5}" dt="2022-12-03T10:37:41.759" v="2152" actId="47"/>
        <pc:sldMkLst>
          <pc:docMk/>
          <pc:sldMk cId="900837755" sldId="360"/>
        </pc:sldMkLst>
      </pc:sldChg>
      <pc:sldChg chg="add del ord">
        <pc:chgData name="yoon xihyeon" userId="b03689a23d6da60b" providerId="LiveId" clId="{5D914AD7-9230-47CE-8F52-5A96260F97A5}" dt="2022-12-03T10:37:42.911" v="2153" actId="47"/>
        <pc:sldMkLst>
          <pc:docMk/>
          <pc:sldMk cId="876336245" sldId="361"/>
        </pc:sldMkLst>
      </pc:sldChg>
      <pc:sldChg chg="add">
        <pc:chgData name="yoon xihyeon" userId="b03689a23d6da60b" providerId="LiveId" clId="{5D914AD7-9230-47CE-8F52-5A96260F97A5}" dt="2022-12-03T10:36:11.266" v="2131" actId="2890"/>
        <pc:sldMkLst>
          <pc:docMk/>
          <pc:sldMk cId="312894097" sldId="362"/>
        </pc:sldMkLst>
      </pc:sldChg>
      <pc:sldChg chg="add ord">
        <pc:chgData name="yoon xihyeon" userId="b03689a23d6da60b" providerId="LiveId" clId="{5D914AD7-9230-47CE-8F52-5A96260F97A5}" dt="2022-12-03T10:37:29.326" v="2151"/>
        <pc:sldMkLst>
          <pc:docMk/>
          <pc:sldMk cId="2838449012" sldId="363"/>
        </pc:sldMkLst>
      </pc:sldChg>
      <pc:sldChg chg="addSp delSp modSp add del setBg">
        <pc:chgData name="yoon xihyeon" userId="b03689a23d6da60b" providerId="LiveId" clId="{5D914AD7-9230-47CE-8F52-5A96260F97A5}" dt="2022-12-03T12:27:43.194" v="2166" actId="47"/>
        <pc:sldMkLst>
          <pc:docMk/>
          <pc:sldMk cId="1675813537" sldId="365"/>
        </pc:sldMkLst>
        <pc:spChg chg="mod">
          <ac:chgData name="yoon xihyeon" userId="b03689a23d6da60b" providerId="LiveId" clId="{5D914AD7-9230-47CE-8F52-5A96260F97A5}" dt="2022-12-03T12:27:41.603" v="2165"/>
          <ac:spMkLst>
            <pc:docMk/>
            <pc:sldMk cId="1675813537" sldId="365"/>
            <ac:spMk id="5" creationId="{FDB9A5FD-AF14-DC8B-0806-93E26BE29C46}"/>
          </ac:spMkLst>
        </pc:spChg>
        <pc:spChg chg="add del mod">
          <ac:chgData name="yoon xihyeon" userId="b03689a23d6da60b" providerId="LiveId" clId="{5D914AD7-9230-47CE-8F52-5A96260F97A5}" dt="2022-12-03T12:27:41.603" v="2165"/>
          <ac:spMkLst>
            <pc:docMk/>
            <pc:sldMk cId="1675813537" sldId="365"/>
            <ac:spMk id="7" creationId="{8AED48DA-8F9A-B762-00C1-C3AD79E668FC}"/>
          </ac:spMkLst>
        </pc:spChg>
      </pc:sldChg>
      <pc:sldChg chg="modSp mod">
        <pc:chgData name="yoon xihyeon" userId="b03689a23d6da60b" providerId="LiveId" clId="{5D914AD7-9230-47CE-8F52-5A96260F97A5}" dt="2022-12-03T12:29:22.342" v="2168" actId="20577"/>
        <pc:sldMkLst>
          <pc:docMk/>
          <pc:sldMk cId="3431002244" sldId="365"/>
        </pc:sldMkLst>
        <pc:spChg chg="mod">
          <ac:chgData name="yoon xihyeon" userId="b03689a23d6da60b" providerId="LiveId" clId="{5D914AD7-9230-47CE-8F52-5A96260F97A5}" dt="2022-12-03T12:29:22.342" v="2168" actId="20577"/>
          <ac:spMkLst>
            <pc:docMk/>
            <pc:sldMk cId="3431002244" sldId="365"/>
            <ac:spMk id="2" creationId="{9ACC791C-33C7-6FFD-2388-5C8E6A99D10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792D6-B33D-4705-A763-AF8DC1CFE259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8968D-679B-4465-845C-34246BA9D2F1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C9A21-174C-4AA7-BEE3-F06448EB830C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84009-C2E9-4C4C-83BC-07741BA5E6F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E985E-BB24-4D98-8722-EA181E02C91E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5559-9130-4948-B032-D35F993A4E47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39055-ABDD-49D9-A63A-3AB3C4D94912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E73D-CF02-4C9D-8D91-CD9FE45E5B2C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A3A2A-5057-4D94-B8C0-288647304AE2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A51EC-0286-4CB2-ADA8-73D0CA68ADAE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929C4-77F0-4706-A9FD-11962CFEDD16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3FB7A-3DF4-4CDC-8473-36A8DA4A20A6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4F31D-7246-4348-A337-B884356BADF7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0A387-68DF-402E-973E-69A0CB01FCB5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A5E3-9835-40E0-808F-5B8B76CB2491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CC8-549C-4917-85E0-100A15C09A57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4232-1FAD-4A10-8A7B-83CF6F97011D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70888-7016-4C33-A61B-8BB2AB39CE85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11ABC-11E1-4ADB-8AEA-AEFB9303FC5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36AE-37F9-467D-8F38-E8F2B55ED06E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ACB54-7FD8-437E-BB3B-82AB144D0E36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04EFF-87A2-4373-BABB-01E4B0779CF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CA5BC-84EE-41D9-B2AE-CADCA34B76DF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5FC83-6719-4451-9CED-6E8B430F527A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005AA-5EFF-441E-B457-29494E2E92A3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3D844-0EF4-467C-9AB0-9D7217F9ED0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jp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2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1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lang="en-US" altLang="ko-KR" sz="3200" dirty="0">
              <a:solidFill>
                <a:prstClr val="white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4711881" cy="334970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/>
          </p:cNvSpPr>
          <p:nvPr/>
        </p:nvSpPr>
        <p:spPr>
          <a:xfrm>
            <a:off x="8706901" y="4621472"/>
            <a:ext cx="203475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Suggestic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53CB76-F0BC-BBC6-7637-CF6338606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그룹 38">
            <a:extLst>
              <a:ext uri="{FF2B5EF4-FFF2-40B4-BE49-F238E27FC236}">
                <a16:creationId xmlns:a16="http://schemas.microsoft.com/office/drawing/2014/main" id="{5AE8CE96-121F-E1E1-C732-19E54A31025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939257" y="956441"/>
            <a:ext cx="4313486" cy="3600000"/>
            <a:chOff x="3939257" y="956441"/>
            <a:chExt cx="4313486" cy="360000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86F99E34-0338-4A73-3490-2E37DFFE0ED4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939257" y="956441"/>
              <a:ext cx="4313486" cy="3600000"/>
              <a:chOff x="3939257" y="956441"/>
              <a:chExt cx="4313486" cy="3600000"/>
            </a:xfrm>
          </p:grpSpPr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A81C7FE2-5A76-4C1A-8F4E-BBD5A32DB97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 rot="5400000">
                <a:off x="4296000" y="599698"/>
                <a:ext cx="3600000" cy="4313486"/>
              </a:xfrm>
              <a:prstGeom prst="ellipse">
                <a:avLst/>
              </a:prstGeom>
              <a:solidFill>
                <a:schemeClr val="accent2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7034D5-42A8-4241-9D66-9B53239DB210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522445" y="1048794"/>
                <a:ext cx="10967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개발</a:t>
                </a:r>
                <a:r>
                  <a:rPr lang="en-US" altLang="ko-KR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/</a:t>
                </a:r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실행</a:t>
                </a:r>
              </a:p>
            </p:txBody>
          </p:sp>
          <p:pic>
            <p:nvPicPr>
              <p:cNvPr id="23" name="그림 22">
                <a:extLst>
                  <a:ext uri="{FF2B5EF4-FFF2-40B4-BE49-F238E27FC236}">
                    <a16:creationId xmlns:a16="http://schemas.microsoft.com/office/drawing/2014/main" id="{8C3CF9D3-1276-7A55-B535-19C592EE3CF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65707" y="1418126"/>
                <a:ext cx="1325278" cy="1325278"/>
              </a:xfrm>
              <a:prstGeom prst="rect">
                <a:avLst/>
              </a:prstGeom>
            </p:spPr>
          </p:pic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02689628-409A-D468-549C-A38C7E22FDE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94498" y="1418126"/>
                <a:ext cx="1325278" cy="1325278"/>
              </a:xfrm>
              <a:prstGeom prst="rect">
                <a:avLst/>
              </a:prstGeom>
            </p:spPr>
          </p:pic>
        </p:grp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E49B6D5F-A21E-4FE1-D6B3-06440820A44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7184" y="2486611"/>
              <a:ext cx="1717631" cy="1231509"/>
            </a:xfrm>
            <a:prstGeom prst="rect">
              <a:avLst/>
            </a:prstGeom>
          </p:spPr>
        </p:pic>
      </p:grp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C99F1C-F731-EC76-827D-0F99E6DDF0E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42733" y="3011650"/>
            <a:ext cx="4521244" cy="3600000"/>
            <a:chOff x="6778305" y="911208"/>
            <a:chExt cx="4521244" cy="3600000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6200000">
              <a:off x="7238927" y="450586"/>
              <a:ext cx="3600000" cy="4521244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6E9DB3A-2048-EAB6-36B7-616D8946E83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67484" y="1036670"/>
              <a:ext cx="9428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DB/</a:t>
              </a:r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서버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63068263-0F23-D4D1-2D01-B8BB0B0B329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5205" y="2435635"/>
              <a:ext cx="1381326" cy="972619"/>
            </a:xfrm>
            <a:prstGeom prst="rect">
              <a:avLst/>
            </a:prstGeom>
          </p:spPr>
        </p:pic>
        <p:pic>
          <p:nvPicPr>
            <p:cNvPr id="24" name="그림 23" descr="텍스트이(가) 표시된 사진&#10;&#10;자동 생성된 설명">
              <a:extLst>
                <a:ext uri="{FF2B5EF4-FFF2-40B4-BE49-F238E27FC236}">
                  <a16:creationId xmlns:a16="http://schemas.microsoft.com/office/drawing/2014/main" id="{A25E9556-17A4-E831-67F4-C61A2DC976E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33335" y="1513060"/>
              <a:ext cx="1211176" cy="1145111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61E6806-9713-7873-DCE2-E314CC616E9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98362" y="2435635"/>
              <a:ext cx="1062038" cy="106203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0C89C6B-B2BE-6534-7432-E60BFC145F7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60400" y="3036787"/>
              <a:ext cx="1557045" cy="1082406"/>
            </a:xfrm>
            <a:prstGeom prst="rect">
              <a:avLst/>
            </a:prstGeom>
          </p:spPr>
        </p:pic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F433DDF-528E-1118-9B31-430149BA99C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206657" y="3011650"/>
            <a:ext cx="4313486" cy="3600000"/>
            <a:chOff x="1206657" y="3011650"/>
            <a:chExt cx="4313486" cy="3600000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1563400" y="2654907"/>
              <a:ext cx="3600000" cy="4313486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5ABEF6-466C-8411-6B1B-E095C931311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64572" y="3466756"/>
              <a:ext cx="7473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디자인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C4F4A47-7470-5F95-B2E9-2F4231028B9B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54" y="4337063"/>
              <a:ext cx="1052035" cy="1052035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2F144570-72F4-6AD5-313E-63970DDB0A8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0923" y="4337063"/>
              <a:ext cx="1052034" cy="1052034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F173BDA9-8514-33C4-0E0A-28677657D2F3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00786" y="4337063"/>
              <a:ext cx="1052035" cy="10520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8113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9306" y="2653442"/>
              <a:ext cx="7495874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정보를 바탕으로 나에게 맞는 영양성분 수치 검색하고 가져오기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섭취량과 목표량을 보기 쉽게 수치화해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입력된 정보를 바탕으로 수치화된 영양정보 표로 제공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이전 섭취량 기록 데이터 저장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나의 성분분석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9305" y="2653442"/>
              <a:ext cx="8818151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기록할 때마다 실시간으로 변하는 영양성분 섭취량과 남은 양을 눈에 보기 쉽게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나에게 맞는 음식인지 알려줌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알러지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사용하면서 쌓인 데이터를 분석하여 이용자에게 더 적합한 맟춤형 식당 제공 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(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보류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)</a:t>
              </a:r>
            </a:p>
            <a:p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체형에 맞게 영향성분 분석 및 남은 하루 권장 영향 성분 권장량 계산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영양성분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164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67525" y="2803786"/>
              <a:ext cx="8709094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혹은 음식제품의 큐알 코드 스캔시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 음식에 들어가는 성분들을 분석해 수치화된 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영양정보를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제공 및 나의 체질에 맞는 가장 좋은 메뉴 추천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결과를 토대로 섭취한 양에 따른 값 변화를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화면에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UI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표시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음식 클릭 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실제 음식 사이즈를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미리 확인할 수 있게 배치 기능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*AR</a:t>
              </a:r>
              <a:r>
                <a:rPr lang="ko-KR" altLang="en-US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구현</a:t>
              </a:r>
              <a:endParaRPr lang="en-US" altLang="ko-KR" sz="2000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8810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5AB0E3-8FEC-5BD4-289F-0AD1CF8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3CB85-11BD-80A6-817A-0753C1B6A628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3CC88-3E96-2782-954C-69B06004925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인터페이스 구성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29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3175B6-0AC0-9EA7-2ED3-674ED30C0CA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시스템 구성도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9616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30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5BB24B-4520-62AE-119A-9AB8CF3BF345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서비스 흐름도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42E0-F60C-7A50-397B-192F5AEA71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8832C4-F088-6EE5-CB79-BC2A7C0A24E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694" y="520331"/>
            <a:ext cx="3796886" cy="6328144"/>
          </a:xfrm>
          <a:prstGeom prst="rect">
            <a:avLst/>
          </a:prstGeom>
        </p:spPr>
      </p:pic>
      <p:pic>
        <p:nvPicPr>
          <p:cNvPr id="9" name="그림 8" descr="텍스트, 모니터, 화면이(가) 표시된 사진&#10;&#10;자동 생성된 설명">
            <a:extLst>
              <a:ext uri="{FF2B5EF4-FFF2-40B4-BE49-F238E27FC236}">
                <a16:creationId xmlns:a16="http://schemas.microsoft.com/office/drawing/2014/main" id="{E5B93231-F762-D9D5-3F5E-1117E4718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713" y="520331"/>
            <a:ext cx="3796887" cy="63281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2562F30-6F64-BD20-0443-E8B44C63C30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343" y="1546769"/>
            <a:ext cx="4182552" cy="281389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98C5B8-0BEA-81FF-0ADA-F2EC62EBB31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66286" y="4428908"/>
            <a:ext cx="18446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InBody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Cloud Server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연동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42B1DE-6354-7673-D601-786F51922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14350" y="5956240"/>
            <a:ext cx="1669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InBody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로그인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87D117-FEFE-6FC5-6E11-9496F40EF84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124937" y="5958111"/>
            <a:ext cx="193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InBody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076298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-AR/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 화면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CC791C-33C7-6FFD-2388-5C8E6A99D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3065" y="2194032"/>
            <a:ext cx="421127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로그인 성공 시 인바디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측정 기록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목표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 화면으로 넘어감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 하단부에는 홈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섭취량 확인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마이페이지로 구성됨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인바디 아래의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+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버튼 클릭 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인바디를 측정할 수 있는 화면으로 이동함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F8F78-E878-46E8-7B8E-3F2DA4D746C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73986" y="5742118"/>
            <a:ext cx="1105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초기화면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028BB-D298-DD97-DAE0-D7C094C33F4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15244" y="5742118"/>
            <a:ext cx="16917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+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버튼 클릭 시</a:t>
            </a:r>
          </a:p>
        </p:txBody>
      </p:sp>
      <p:pic>
        <p:nvPicPr>
          <p:cNvPr id="14" name="그림 13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28B9E623-14FD-599E-CDE0-EC170ED93A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4483" y="396968"/>
            <a:ext cx="3471065" cy="5785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28BE1E5-4293-4ABA-AC4B-6887D0E4484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55747" y="5128444"/>
            <a:ext cx="17621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홈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A77359-052C-908A-B419-FA3844B3F7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089505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AR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음식성분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FDAAB0-30D5-4089-2001-83783DDF128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535086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섭취량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F8F9C4-A78C-654B-B3B6-BB3F4AB02D2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50424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마이페이지</a:t>
            </a:r>
          </a:p>
        </p:txBody>
      </p:sp>
      <p:pic>
        <p:nvPicPr>
          <p:cNvPr id="20" name="그림 19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532C76DD-E179-2EB6-2F03-42F6F0167D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7880" y="449335"/>
            <a:ext cx="3521641" cy="579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002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8564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71098098-9B15-6F8A-5A88-9A4C8CCA6FB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396875" y="479662"/>
            <a:ext cx="12663010" cy="6935439"/>
            <a:chOff x="-454025" y="498712"/>
            <a:chExt cx="12663010" cy="6935439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3EAFC5C9-3AF0-513F-2149-CC2CE3C084F3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454025" y="523467"/>
              <a:ext cx="9502174" cy="6910684"/>
              <a:chOff x="88900" y="523467"/>
              <a:chExt cx="9502174" cy="6910684"/>
            </a:xfrm>
          </p:grpSpPr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1F2D75A6-0916-A0E0-D1D6-F669BC30ABB5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88900" y="523467"/>
                <a:ext cx="9502174" cy="6910684"/>
                <a:chOff x="332738" y="338801"/>
                <a:chExt cx="9502174" cy="6910684"/>
              </a:xfrm>
            </p:grpSpPr>
            <p:grpSp>
              <p:nvGrpSpPr>
                <p:cNvPr id="30" name="그룹 29">
                  <a:extLst>
                    <a:ext uri="{FF2B5EF4-FFF2-40B4-BE49-F238E27FC236}">
                      <a16:creationId xmlns:a16="http://schemas.microsoft.com/office/drawing/2014/main" id="{38A4C333-8A69-BFE9-19E7-9AD0CEF6ABAB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332738" y="391486"/>
                  <a:ext cx="4607293" cy="6857999"/>
                  <a:chOff x="5591091" y="363304"/>
                  <a:chExt cx="4607293" cy="6857999"/>
                </a:xfrm>
              </p:grpSpPr>
              <p:pic>
                <p:nvPicPr>
                  <p:cNvPr id="41" name="그림 40" descr="텍스트, 액세서리이(가) 표시된 사진&#10;&#10;자동 생성된 설명">
                    <a:extLst>
                      <a:ext uri="{FF2B5EF4-FFF2-40B4-BE49-F238E27FC236}">
                        <a16:creationId xmlns:a16="http://schemas.microsoft.com/office/drawing/2014/main" id="{5A1D11A6-E2A8-903F-EDC7-0339059842EB}"/>
                      </a:ext>
                    </a:extLst>
                  </p:cNvPr>
                  <p:cNvPicPr>
                    <a:picLocks noGrp="1" noRot="1" noChangeAspect="1" noMove="1" noResize="1" noEditPoints="1" noAdjustHandles="1" noChangeArrowheads="1" noChangeShapeType="1" noCrop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91091" y="363304"/>
                    <a:ext cx="3807724" cy="6857999"/>
                  </a:xfrm>
                  <a:prstGeom prst="rect">
                    <a:avLst/>
                  </a:prstGeom>
                </p:spPr>
              </p:pic>
              <p:sp>
                <p:nvSpPr>
                  <p:cNvPr id="42" name="직사각형 41">
                    <a:extLst>
                      <a:ext uri="{FF2B5EF4-FFF2-40B4-BE49-F238E27FC236}">
                        <a16:creationId xmlns:a16="http://schemas.microsoft.com/office/drawing/2014/main" id="{B886FAB6-4DF8-4A20-4870-9B9B9BA6E872}"/>
                      </a:ext>
                    </a:extLst>
                  </p:cNvPr>
                  <p:cNvSpPr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6751815" y="3354854"/>
                    <a:ext cx="409575" cy="433795"/>
                  </a:xfrm>
                  <a:prstGeom prst="rect">
                    <a:avLst/>
                  </a:prstGeom>
                  <a:solidFill>
                    <a:srgbClr val="21345C">
                      <a:alpha val="0"/>
                    </a:srgbClr>
                  </a:solidFill>
                  <a:ln w="1905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1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마루 부리 Beta"/>
                      <a:cs typeface="+mn-cs"/>
                    </a:endParaRPr>
                  </a:p>
                </p:txBody>
              </p:sp>
              <p:cxnSp>
                <p:nvCxnSpPr>
                  <p:cNvPr id="43" name="연결선: 꺾임 42">
                    <a:extLst>
                      <a:ext uri="{FF2B5EF4-FFF2-40B4-BE49-F238E27FC236}">
                        <a16:creationId xmlns:a16="http://schemas.microsoft.com/office/drawing/2014/main" id="{8DE2DCB5-C879-8BD1-83E7-ED09720B4C06}"/>
                      </a:ext>
                    </a:extLst>
                  </p:cNvPr>
                  <p:cNvCxnSpPr>
                    <a:cxnSpLocks noGrp="1" noRot="1" noMove="1" noResize="1" noEditPoints="1" noAdjustHandles="1" noChangeArrowheads="1" noChangeShapeType="1"/>
                    <a:stCxn id="42" idx="0"/>
                    <a:endCxn id="44" idx="1"/>
                  </p:cNvCxnSpPr>
                  <p:nvPr/>
                </p:nvCxnSpPr>
                <p:spPr>
                  <a:xfrm rot="5400000" flipH="1" flipV="1">
                    <a:off x="7586564" y="2127905"/>
                    <a:ext cx="596989" cy="1856911"/>
                  </a:xfrm>
                  <a:prstGeom prst="bentConnector2">
                    <a:avLst/>
                  </a:prstGeom>
                  <a:ln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7B44F393-645A-59F5-C3D2-14C46C4A091B}"/>
                      </a:ext>
                    </a:extLst>
                  </p:cNvPr>
                  <p:cNvSpPr txBox="1"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8813514" y="2557810"/>
                    <a:ext cx="138487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1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휴먼매직체" panose="02030504000101010101" pitchFamily="18" charset="-127"/>
                        <a:ea typeface="휴먼매직체" panose="02030504000101010101" pitchFamily="18" charset="-127"/>
                        <a:cs typeface="+mn-cs"/>
                      </a:rPr>
                      <a:t>QR</a:t>
                    </a:r>
                    <a:r>
                      <a: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휴먼매직체" panose="02030504000101010101" pitchFamily="18" charset="-127"/>
                        <a:ea typeface="휴먼매직체" panose="02030504000101010101" pitchFamily="18" charset="-127"/>
                        <a:cs typeface="+mn-cs"/>
                      </a:rPr>
                      <a:t>코드 스캔</a:t>
                    </a:r>
                  </a:p>
                </p:txBody>
              </p:sp>
            </p:grpSp>
            <p:grpSp>
              <p:nvGrpSpPr>
                <p:cNvPr id="31" name="그룹 30">
                  <a:extLst>
                    <a:ext uri="{FF2B5EF4-FFF2-40B4-BE49-F238E27FC236}">
                      <a16:creationId xmlns:a16="http://schemas.microsoft.com/office/drawing/2014/main" id="{1B62BCDB-8AEF-A4D9-2A89-356263D2359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4779159" y="338801"/>
                  <a:ext cx="3807724" cy="6857999"/>
                  <a:chOff x="347934" y="90066"/>
                  <a:chExt cx="3807724" cy="6857999"/>
                </a:xfrm>
              </p:grpSpPr>
              <p:pic>
                <p:nvPicPr>
                  <p:cNvPr id="39" name="그림 38" descr="텍스트, 액세서리이(가) 표시된 사진&#10;&#10;자동 생성된 설명">
                    <a:extLst>
                      <a:ext uri="{FF2B5EF4-FFF2-40B4-BE49-F238E27FC236}">
                        <a16:creationId xmlns:a16="http://schemas.microsoft.com/office/drawing/2014/main" id="{B77326F5-7978-917E-124A-A46EC918B376}"/>
                      </a:ext>
                    </a:extLst>
                  </p:cNvPr>
                  <p:cNvPicPr>
                    <a:picLocks noGrp="1" noRot="1" noChangeAspect="1" noMove="1" noResize="1" noEditPoints="1" noAdjustHandles="1" noChangeArrowheads="1" noChangeShapeType="1" noCrop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47934" y="90066"/>
                    <a:ext cx="3807724" cy="6857999"/>
                  </a:xfrm>
                  <a:prstGeom prst="rect">
                    <a:avLst/>
                  </a:prstGeom>
                </p:spPr>
              </p:pic>
              <p:pic>
                <p:nvPicPr>
                  <p:cNvPr id="40" name="그림 39">
                    <a:extLst>
                      <a:ext uri="{FF2B5EF4-FFF2-40B4-BE49-F238E27FC236}">
                        <a16:creationId xmlns:a16="http://schemas.microsoft.com/office/drawing/2014/main" id="{CA3EB044-31A0-AE49-282B-9BC0073EF523}"/>
                      </a:ext>
                    </a:extLst>
                  </p:cNvPr>
                  <p:cNvPicPr>
                    <a:picLocks noGrp="1" noRot="1" noChangeAspect="1" noMove="1" noResize="1" noEditPoints="1" noAdjustHandles="1" noChangeArrowheads="1" noChangeShapeType="1" noCrop="1"/>
                  </p:cNvPicPr>
                  <p:nvPr/>
                </p:nvPicPr>
                <p:blipFill>
                  <a:blip r:embed="rId3" cstate="screen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112" y="1182869"/>
                    <a:ext cx="2175276" cy="362546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96179832-A853-BAE6-BF86-D9CA21A76602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78367" y="2433895"/>
                  <a:ext cx="1167433" cy="1694894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마루 부리 Beta"/>
                    <a:cs typeface="+mn-cs"/>
                  </a:endParaRPr>
                </a:p>
              </p:txBody>
            </p:sp>
            <p:cxnSp>
              <p:nvCxnSpPr>
                <p:cNvPr id="33" name="연결선: 꺾임 32">
                  <a:extLst>
                    <a:ext uri="{FF2B5EF4-FFF2-40B4-BE49-F238E27FC236}">
                      <a16:creationId xmlns:a16="http://schemas.microsoft.com/office/drawing/2014/main" id="{0F337722-2ECA-C6C6-DA47-0D1F9176B1FC}"/>
                    </a:ext>
                  </a:extLst>
                </p:cNvPr>
                <p:cNvCxnSpPr>
                  <a:cxnSpLocks noGrp="1" noRot="1" noMove="1" noResize="1" noEditPoints="1" noAdjustHandles="1" noChangeArrowheads="1" noChangeShapeType="1"/>
                  <a:stCxn id="34" idx="0"/>
                  <a:endCxn id="36" idx="1"/>
                </p:cNvCxnSpPr>
                <p:nvPr/>
              </p:nvCxnSpPr>
              <p:spPr>
                <a:xfrm rot="5400000" flipH="1" flipV="1">
                  <a:off x="7187417" y="1332734"/>
                  <a:ext cx="235889" cy="1297190"/>
                </a:xfrm>
                <a:prstGeom prst="bentConnector2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직사각형 33">
                  <a:extLst>
                    <a:ext uri="{FF2B5EF4-FFF2-40B4-BE49-F238E27FC236}">
                      <a16:creationId xmlns:a16="http://schemas.microsoft.com/office/drawing/2014/main" id="{42CB639D-7BC8-1871-F128-BEB035DA1DAD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77799" y="2099273"/>
                  <a:ext cx="1357933" cy="334622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마루 부리 Beta"/>
                    <a:cs typeface="+mn-cs"/>
                  </a:endParaRPr>
                </a:p>
              </p:txBody>
            </p:sp>
            <p:sp>
              <p:nvSpPr>
                <p:cNvPr id="35" name="직사각형 34">
                  <a:extLst>
                    <a:ext uri="{FF2B5EF4-FFF2-40B4-BE49-F238E27FC236}">
                      <a16:creationId xmlns:a16="http://schemas.microsoft.com/office/drawing/2014/main" id="{BDAB856B-7059-2714-D12D-10FE0033723B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25195" y="4128790"/>
                  <a:ext cx="1511497" cy="296826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마루 부리 Beta"/>
                    <a:cs typeface="+mn-cs"/>
                  </a:endParaRP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8A281AF-FE85-6B5A-4256-313AA458DFF5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953956" y="1509441"/>
                  <a:ext cx="1880956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휴먼매직체" panose="02030504000101010101" pitchFamily="18" charset="-127"/>
                      <a:ea typeface="휴먼매직체" panose="02030504000101010101" pitchFamily="18" charset="-127"/>
                      <a:cs typeface="+mn-cs"/>
                    </a:rPr>
                    <a:t>검색으로 원하는 성분 확인가능</a:t>
                  </a:r>
                </a:p>
              </p:txBody>
            </p:sp>
            <p:cxnSp>
              <p:nvCxnSpPr>
                <p:cNvPr id="37" name="연결선: 꺾임 36">
                  <a:extLst>
                    <a:ext uri="{FF2B5EF4-FFF2-40B4-BE49-F238E27FC236}">
                      <a16:creationId xmlns:a16="http://schemas.microsoft.com/office/drawing/2014/main" id="{E88EC9C3-4094-20C4-D37D-708ACD9331C2}"/>
                    </a:ext>
                  </a:extLst>
                </p:cNvPr>
                <p:cNvCxnSpPr>
                  <a:cxnSpLocks noGrp="1" noRot="1" noMove="1" noResize="1" noEditPoints="1" noAdjustHandles="1" noChangeArrowheads="1" noChangeShapeType="1"/>
                  <a:endCxn id="38" idx="1"/>
                </p:cNvCxnSpPr>
                <p:nvPr/>
              </p:nvCxnSpPr>
              <p:spPr>
                <a:xfrm rot="16200000" flipH="1">
                  <a:off x="6918532" y="3715754"/>
                  <a:ext cx="291904" cy="1730021"/>
                </a:xfrm>
                <a:prstGeom prst="bentConnector2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7F47D0B4-4E1B-F7DD-8D9F-92F5F45C2E5D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929495" y="4526662"/>
                  <a:ext cx="188095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휴먼매직체" panose="02030504000101010101" pitchFamily="18" charset="-127"/>
                      <a:ea typeface="휴먼매직체" panose="02030504000101010101" pitchFamily="18" charset="-127"/>
                      <a:cs typeface="+mn-cs"/>
                    </a:rPr>
                    <a:t>원하는 기능 선택</a:t>
                  </a:r>
                </a:p>
              </p:txBody>
            </p:sp>
          </p:grpSp>
          <p:cxnSp>
            <p:nvCxnSpPr>
              <p:cNvPr id="45" name="연결선: 꺾임 44">
                <a:extLst>
                  <a:ext uri="{FF2B5EF4-FFF2-40B4-BE49-F238E27FC236}">
                    <a16:creationId xmlns:a16="http://schemas.microsoft.com/office/drawing/2014/main" id="{E0AEC102-A498-5132-F9DD-BF8B662BA9C0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44" idx="2"/>
              </p:cNvCxnSpPr>
              <p:nvPr/>
            </p:nvCxnSpPr>
            <p:spPr>
              <a:xfrm rot="16200000" flipH="1">
                <a:off x="4703178" y="2471348"/>
                <a:ext cx="195766" cy="1594606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6" name="그림 55" descr="텍스트, 액세서리이(가) 표시된 사진&#10;&#10;자동 생성된 설명">
              <a:extLst>
                <a:ext uri="{FF2B5EF4-FFF2-40B4-BE49-F238E27FC236}">
                  <a16:creationId xmlns:a16="http://schemas.microsoft.com/office/drawing/2014/main" id="{07BF61B8-0877-AE57-AF72-164377B33A7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1261" y="498712"/>
              <a:ext cx="3807724" cy="6857999"/>
            </a:xfrm>
            <a:prstGeom prst="rect">
              <a:avLst/>
            </a:prstGeom>
          </p:spPr>
        </p:pic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BFCACAEC-5C0A-9C1E-9164-62AFE67C829C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94996" y="1800449"/>
              <a:ext cx="3018266" cy="50304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9825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9" name="그림 8" descr="텍스트이(가) 표시된 사진&#10;&#10;자동 생성된 설명">
            <a:extLst>
              <a:ext uri="{FF2B5EF4-FFF2-40B4-BE49-F238E27FC236}">
                <a16:creationId xmlns:a16="http://schemas.microsoft.com/office/drawing/2014/main" id="{3926AFCE-8C6B-179B-655F-A57455A726D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6415" y="1090065"/>
            <a:ext cx="3818330" cy="6363883"/>
          </a:xfrm>
          <a:prstGeom prst="rect">
            <a:avLst/>
          </a:prstGeom>
        </p:spPr>
      </p:pic>
      <p:pic>
        <p:nvPicPr>
          <p:cNvPr id="15" name="그림 14" descr="텍스트, 액세서리이(가) 표시된 사진&#10;&#10;자동 생성된 설명">
            <a:extLst>
              <a:ext uri="{FF2B5EF4-FFF2-40B4-BE49-F238E27FC236}">
                <a16:creationId xmlns:a16="http://schemas.microsoft.com/office/drawing/2014/main" id="{D0012E2D-6907-5828-37CB-D8336A528B1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7" y="634745"/>
            <a:ext cx="3807724" cy="685799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79946A1-8076-27AE-5C96-3726890D59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20" y="1248134"/>
            <a:ext cx="2806997" cy="4678329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19C39F0-399A-70E4-6ACA-9019FE9539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26632" y="2822300"/>
            <a:ext cx="1354643" cy="2130700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73DE64-7227-09B6-2CF0-43D3EEA1B89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06405" y="1763943"/>
            <a:ext cx="22371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버튼을 누르면 해당 값 증가</a:t>
            </a: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C2B703A2-F01E-7A2A-CD9D-26E424B5A250}"/>
              </a:ext>
            </a:extLst>
          </p:cNvPr>
          <p:cNvCxnSpPr>
            <a:cxnSpLocks noGrp="1" noRot="1" noMove="1" noResize="1" noEditPoints="1" noAdjustHandles="1" noChangeArrowheads="1" noChangeShapeType="1"/>
            <a:stCxn id="23" idx="2"/>
            <a:endCxn id="37" idx="1"/>
          </p:cNvCxnSpPr>
          <p:nvPr/>
        </p:nvCxnSpPr>
        <p:spPr>
          <a:xfrm rot="16200000" flipH="1">
            <a:off x="2427088" y="4514115"/>
            <a:ext cx="166984" cy="186960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1292141-0BAB-E11A-A817-30AD5A5CFC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26632" y="2471829"/>
            <a:ext cx="1354643" cy="350471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E1E52CA-C0FC-C907-FE95-C914BAE659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26632" y="4955900"/>
            <a:ext cx="698287" cy="40952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228F954F-CC62-B28C-2D1B-E7525460982E}"/>
              </a:ext>
            </a:extLst>
          </p:cNvPr>
          <p:cNvCxnSpPr>
            <a:cxnSpLocks noGrp="1" noRot="1" noMove="1" noResize="1" noEditPoints="1" noAdjustHandles="1" noChangeArrowheads="1" noChangeShapeType="1"/>
            <a:stCxn id="18" idx="3"/>
            <a:endCxn id="34" idx="1"/>
          </p:cNvCxnSpPr>
          <p:nvPr/>
        </p:nvCxnSpPr>
        <p:spPr>
          <a:xfrm>
            <a:off x="2581275" y="3887650"/>
            <a:ext cx="698815" cy="456018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075CC630-DA17-549C-F971-5C2767D1E0C6}"/>
              </a:ext>
            </a:extLst>
          </p:cNvPr>
          <p:cNvCxnSpPr>
            <a:cxnSpLocks noGrp="1" noRot="1" noMove="1" noResize="1" noEditPoints="1" noAdjustHandles="1" noChangeArrowheads="1" noChangeShapeType="1"/>
            <a:stCxn id="22" idx="0"/>
            <a:endCxn id="20" idx="1"/>
          </p:cNvCxnSpPr>
          <p:nvPr/>
        </p:nvCxnSpPr>
        <p:spPr>
          <a:xfrm rot="5400000" flipH="1" flipV="1">
            <a:off x="2528208" y="1493633"/>
            <a:ext cx="353943" cy="1602451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450B44B-B03C-6995-5317-ADE001739C4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80090" y="4143613"/>
            <a:ext cx="1971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맛 정도 표현 가능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03AAE60-7A83-01FC-BAFC-FCAD853DB8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45384" y="5178468"/>
            <a:ext cx="23592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누르면 먹은 수가 증가하면서 값 저장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27657FE-26C0-4512-A5ED-1A3979005C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509575" y="5358408"/>
            <a:ext cx="1958150" cy="40952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9E57236-1405-85FA-268E-41C4550EDC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768258" y="3260690"/>
            <a:ext cx="1470867" cy="40952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51" name="연결선: 꺾임 50">
            <a:extLst>
              <a:ext uri="{FF2B5EF4-FFF2-40B4-BE49-F238E27FC236}">
                <a16:creationId xmlns:a16="http://schemas.microsoft.com/office/drawing/2014/main" id="{DB8ABA05-6045-B643-A6EF-DCDAB0440F92}"/>
              </a:ext>
            </a:extLst>
          </p:cNvPr>
          <p:cNvCxnSpPr>
            <a:cxnSpLocks noGrp="1" noRot="1" noMove="1" noResize="1" noEditPoints="1" noAdjustHandles="1" noChangeArrowheads="1" noChangeShapeType="1"/>
            <a:stCxn id="50" idx="0"/>
            <a:endCxn id="61" idx="1"/>
          </p:cNvCxnSpPr>
          <p:nvPr/>
        </p:nvCxnSpPr>
        <p:spPr>
          <a:xfrm rot="5400000" flipH="1" flipV="1">
            <a:off x="7932213" y="2334197"/>
            <a:ext cx="497972" cy="135501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연결선: 꺾임 53">
            <a:extLst>
              <a:ext uri="{FF2B5EF4-FFF2-40B4-BE49-F238E27FC236}">
                <a16:creationId xmlns:a16="http://schemas.microsoft.com/office/drawing/2014/main" id="{8D96DDF7-AA16-FE3F-644F-AFD69E8C5C55}"/>
              </a:ext>
            </a:extLst>
          </p:cNvPr>
          <p:cNvCxnSpPr>
            <a:cxnSpLocks noGrp="1" noRot="1" noMove="1" noResize="1" noEditPoints="1" noAdjustHandles="1" noChangeArrowheads="1" noChangeShapeType="1"/>
            <a:stCxn id="49" idx="0"/>
            <a:endCxn id="64" idx="1"/>
          </p:cNvCxnSpPr>
          <p:nvPr/>
        </p:nvCxnSpPr>
        <p:spPr>
          <a:xfrm rot="5400000" flipH="1" flipV="1">
            <a:off x="7717059" y="4216761"/>
            <a:ext cx="913239" cy="137005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A8A4823-A3C7-FBD1-A6F6-916839B497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1026162"/>
            <a:ext cx="2916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마커리스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트래킹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활성화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F36C55-5CF4-0A77-4C29-4E6F135DD6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58706" y="2408775"/>
            <a:ext cx="28118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평면 탐지 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초콜릿 크기에 맞게 배치 가능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DBABF6-DB50-7BE5-53E6-725446C1192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58706" y="3937337"/>
            <a:ext cx="31039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회전이 가능하고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뒤로 버튼을 누르면 성분이 표시되어 있는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이동</a:t>
            </a:r>
          </a:p>
        </p:txBody>
      </p:sp>
    </p:spTree>
    <p:extLst>
      <p:ext uri="{BB962C8B-B14F-4D97-AF65-F5344CB8AC3E}">
        <p14:creationId xmlns:p14="http://schemas.microsoft.com/office/powerpoint/2010/main" val="4150013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07849" y="84397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58EE1D7C-FF74-C9AD-240A-4AC3D16C597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4545" y="634745"/>
            <a:ext cx="5245013" cy="6858000"/>
            <a:chOff x="5784937" y="870780"/>
            <a:chExt cx="5245013" cy="685800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306512D9-C3FB-79B2-AE16-82CA320BEDF5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84937" y="870780"/>
              <a:ext cx="3807725" cy="6858000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B4CC404D-46DC-3103-E4F6-5A718755D15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39347" y="4885105"/>
              <a:ext cx="409575" cy="43379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cxnSp>
          <p:nvCxnSpPr>
            <p:cNvPr id="6" name="연결선: 꺾임 5">
              <a:extLst>
                <a:ext uri="{FF2B5EF4-FFF2-40B4-BE49-F238E27FC236}">
                  <a16:creationId xmlns:a16="http://schemas.microsoft.com/office/drawing/2014/main" id="{A2F33B0D-A8B8-E5CA-6EC1-1A607D293F2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4" idx="0"/>
              <a:endCxn id="9" idx="1"/>
            </p:cNvCxnSpPr>
            <p:nvPr/>
          </p:nvCxnSpPr>
          <p:spPr>
            <a:xfrm rot="5400000" flipH="1" flipV="1">
              <a:off x="8611019" y="4418167"/>
              <a:ext cx="200054" cy="733822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82A756-B5F6-E6BF-D20D-4970B6B79332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077957" y="4484996"/>
              <a:ext cx="195199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QR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코드 메뉴 스캔</a:t>
              </a:r>
            </a:p>
          </p:txBody>
        </p:sp>
      </p:grpSp>
      <p:pic>
        <p:nvPicPr>
          <p:cNvPr id="13" name="그림 12" descr="텍스트, 액세서리, 케이스이(가) 표시된 사진&#10;&#10;자동 생성된 설명">
            <a:extLst>
              <a:ext uri="{FF2B5EF4-FFF2-40B4-BE49-F238E27FC236}">
                <a16:creationId xmlns:a16="http://schemas.microsoft.com/office/drawing/2014/main" id="{2EF19058-093F-416E-AFD7-03A4A5055D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0375" y="576152"/>
            <a:ext cx="3807725" cy="634620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DEFEAC9-2864-BEC1-65D8-DD17A7372B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0561" y="2281168"/>
            <a:ext cx="2000811" cy="2828925"/>
          </a:xfrm>
          <a:prstGeom prst="rect">
            <a:avLst/>
          </a:prstGeom>
        </p:spPr>
      </p:pic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0727881-87E5-ABA2-45FB-E39769B5DC04}"/>
              </a:ext>
            </a:extLst>
          </p:cNvPr>
          <p:cNvCxnSpPr>
            <a:cxnSpLocks noGrp="1" noRot="1" noMove="1" noResize="1" noEditPoints="1" noAdjustHandles="1" noChangeArrowheads="1" noChangeShapeType="1"/>
            <a:stCxn id="19" idx="0"/>
            <a:endCxn id="27" idx="1"/>
          </p:cNvCxnSpPr>
          <p:nvPr/>
        </p:nvCxnSpPr>
        <p:spPr>
          <a:xfrm rot="5400000" flipH="1" flipV="1">
            <a:off x="6975685" y="1697575"/>
            <a:ext cx="395285" cy="2014922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1911F0-ED5E-6F1C-373E-970F85427A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88057" y="2902678"/>
            <a:ext cx="755618" cy="84064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548B651B-37C3-7453-575E-5AA5963AB1D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180788" y="1683516"/>
            <a:ext cx="3173012" cy="1639485"/>
            <a:chOff x="8180788" y="2342267"/>
            <a:chExt cx="3173012" cy="1639485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38F5A78-14BC-5774-5605-89272E78E9F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80788" y="2342267"/>
              <a:ext cx="3106974" cy="1631216"/>
            </a:xfrm>
            <a:prstGeom prst="rect">
              <a:avLst/>
            </a:prstGeom>
            <a:noFill/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D913ACD-4C2E-9B27-5630-86718B72705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80788" y="2350536"/>
              <a:ext cx="3173012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marR="0" lvl="0" indent="-34290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하트 표시 개수 확인 가능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285750" marR="0" lvl="0" indent="-28575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자신과 맞지 않는 음식이면 </a:t>
              </a:r>
              <a:r>
                <a:rPr kumimoji="0" lang="ko-KR" altLang="en-US" sz="20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나빠요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, 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아니면 좋아요 표시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285750" marR="0" lvl="0" indent="-28575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클릭으로 메뉴를 더 자세히 확인 가능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7777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74878-3EEB-78B2-98FA-FD715F35483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14" name="그림 13" descr="텍스트, 전자기기, 휴대폰이(가) 표시된 사진&#10;&#10;자동 생성된 설명">
            <a:extLst>
              <a:ext uri="{FF2B5EF4-FFF2-40B4-BE49-F238E27FC236}">
                <a16:creationId xmlns:a16="http://schemas.microsoft.com/office/drawing/2014/main" id="{771190B0-1ABF-89F6-F35C-9542245AD3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2507" y="282942"/>
            <a:ext cx="4114800" cy="685800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092985-574E-5EB0-B69B-7495EC2EDED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2538" y="1072891"/>
            <a:ext cx="3293166" cy="5488609"/>
          </a:xfrm>
          <a:prstGeom prst="rect">
            <a:avLst/>
          </a:prstGeom>
        </p:spPr>
      </p:pic>
      <p:pic>
        <p:nvPicPr>
          <p:cNvPr id="18" name="그림 17" descr="텍스트, iPod이(가) 표시된 사진&#10;&#10;자동 생성된 설명">
            <a:extLst>
              <a:ext uri="{FF2B5EF4-FFF2-40B4-BE49-F238E27FC236}">
                <a16:creationId xmlns:a16="http://schemas.microsoft.com/office/drawing/2014/main" id="{0C81E86C-BACA-C4EB-F5E7-B9E1D8D593F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976" y="1102548"/>
            <a:ext cx="3293166" cy="548861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15C4C4E0-9163-C160-3889-87C6055710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05025" y="2390775"/>
            <a:ext cx="438573" cy="44767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32C21008-AE37-DBEE-304D-CBABBE0EEDF6}"/>
              </a:ext>
            </a:extLst>
          </p:cNvPr>
          <p:cNvCxnSpPr>
            <a:cxnSpLocks noGrp="1" noRot="1" noMove="1" noResize="1" noEditPoints="1" noAdjustHandles="1" noChangeArrowheads="1" noChangeShapeType="1"/>
            <a:stCxn id="4" idx="0"/>
            <a:endCxn id="7" idx="1"/>
          </p:cNvCxnSpPr>
          <p:nvPr/>
        </p:nvCxnSpPr>
        <p:spPr>
          <a:xfrm rot="5400000" flipH="1" flipV="1">
            <a:off x="2669649" y="1897854"/>
            <a:ext cx="147585" cy="83825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C8113C6-8B4A-96CC-F10C-BD001D03975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2571" y="1889247"/>
            <a:ext cx="23126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사용자에 따라 음식에 대한 점수 부여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BD9C5A1-6604-AE40-8CEF-603715C8F3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05632" y="3198216"/>
            <a:ext cx="438573" cy="44767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6ACF30E-5B7D-C112-B88B-FC4362BB4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27" idx="0"/>
            <a:endCxn id="31" idx="1"/>
          </p:cNvCxnSpPr>
          <p:nvPr/>
        </p:nvCxnSpPr>
        <p:spPr>
          <a:xfrm rot="5400000" flipH="1" flipV="1">
            <a:off x="2471423" y="2422102"/>
            <a:ext cx="229611" cy="132261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1E4B67D-8DAF-D6CB-110C-2EB713DE104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47537" y="2768550"/>
            <a:ext cx="2312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하트 표시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2ED0607-FC0A-342A-717C-9782523A2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90393" y="4245966"/>
            <a:ext cx="800282" cy="44767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22BC1885-F4A5-C756-5D0D-8697CCA9B152}"/>
              </a:ext>
            </a:extLst>
          </p:cNvPr>
          <p:cNvCxnSpPr>
            <a:cxnSpLocks noGrp="1" noRot="1" noMove="1" noResize="1" noEditPoints="1" noAdjustHandles="1" noChangeArrowheads="1" noChangeShapeType="1"/>
            <a:stCxn id="34" idx="0"/>
          </p:cNvCxnSpPr>
          <p:nvPr/>
        </p:nvCxnSpPr>
        <p:spPr>
          <a:xfrm rot="5400000" flipH="1" flipV="1">
            <a:off x="3376098" y="1697512"/>
            <a:ext cx="362891" cy="473401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2586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92EB44-D924-27C7-04BE-FB782AE9B82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5CCB6B1E-051D-BE82-4894-D3A4D85386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0680" y="860479"/>
            <a:ext cx="4114800" cy="6858000"/>
          </a:xfrm>
          <a:prstGeom prst="rect">
            <a:avLst/>
          </a:prstGeom>
        </p:spPr>
      </p:pic>
      <p:pic>
        <p:nvPicPr>
          <p:cNvPr id="9" name="그림 8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029D19DF-2A60-84DD-00D3-82C04768D0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662" y="889103"/>
            <a:ext cx="3544938" cy="5908230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C539FF-6FB7-22C3-4D23-2BD11E3CE9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09675" y="1938414"/>
            <a:ext cx="2105025" cy="3833736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AD9AC350-86F7-E499-A0C0-1E3957D86B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2" idx="3"/>
            <a:endCxn id="14" idx="1"/>
          </p:cNvCxnSpPr>
          <p:nvPr/>
        </p:nvCxnSpPr>
        <p:spPr>
          <a:xfrm flipV="1">
            <a:off x="3314700" y="2963733"/>
            <a:ext cx="796676" cy="89154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B1B9D5D-BE12-6FE5-39CE-1A345D55B2F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11376" y="2609790"/>
            <a:ext cx="23126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데이터에 저장된 평가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B45E6044-B8E7-CDC7-2484-52C6AD6D7460}"/>
              </a:ext>
            </a:extLst>
          </p:cNvPr>
          <p:cNvCxnSpPr>
            <a:cxnSpLocks noGrp="1" noRot="1" noMove="1" noResize="1" noEditPoints="1" noAdjustHandles="1" noChangeArrowheads="1" noChangeShapeType="1"/>
            <a:stCxn id="22" idx="3"/>
            <a:endCxn id="26" idx="1"/>
          </p:cNvCxnSpPr>
          <p:nvPr/>
        </p:nvCxnSpPr>
        <p:spPr>
          <a:xfrm flipV="1">
            <a:off x="8847580" y="3117622"/>
            <a:ext cx="796676" cy="40186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83679C9-5D55-4CF0-AAC3-72A7CDC3C3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58719" y="2714625"/>
            <a:ext cx="1988861" cy="160972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CFE4B2-3A83-3918-F37D-43C18C36C6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23988" y="844232"/>
            <a:ext cx="2916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마커리스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트래킹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활성화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A28B30-06F4-3694-34B4-68C04E2DBCD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644256" y="2609790"/>
            <a:ext cx="15095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곱창을 실제 크기와 양만큼 배치</a:t>
            </a:r>
          </a:p>
        </p:txBody>
      </p:sp>
    </p:spTree>
    <p:extLst>
      <p:ext uri="{BB962C8B-B14F-4D97-AF65-F5344CB8AC3E}">
        <p14:creationId xmlns:p14="http://schemas.microsoft.com/office/powerpoint/2010/main" val="1725537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4EFA8-8208-E4BD-5AAD-C614C71B132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1EDF9AC-8B80-D51F-C0D5-CED8F96622E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4009" y="206820"/>
            <a:ext cx="6595609" cy="6858000"/>
            <a:chOff x="1731843" y="0"/>
            <a:chExt cx="6595609" cy="6858000"/>
          </a:xfrm>
        </p:grpSpPr>
        <p:pic>
          <p:nvPicPr>
            <p:cNvPr id="41" name="그림 40" descr="텍스트, 전자기기이(가) 표시된 사진&#10;&#10;자동 생성된 설명">
              <a:extLst>
                <a:ext uri="{FF2B5EF4-FFF2-40B4-BE49-F238E27FC236}">
                  <a16:creationId xmlns:a16="http://schemas.microsoft.com/office/drawing/2014/main" id="{701FBD07-FFE5-4720-670D-E36FE4FD241E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1843" y="0"/>
              <a:ext cx="4114800" cy="6858000"/>
            </a:xfrm>
            <a:prstGeom prst="rect">
              <a:avLst/>
            </a:prstGeom>
          </p:spPr>
        </p:pic>
        <p:cxnSp>
          <p:nvCxnSpPr>
            <p:cNvPr id="21" name="연결선: 꺾임 20">
              <a:extLst>
                <a:ext uri="{FF2B5EF4-FFF2-40B4-BE49-F238E27FC236}">
                  <a16:creationId xmlns:a16="http://schemas.microsoft.com/office/drawing/2014/main" id="{B5B10164-D35D-0676-911E-5181080070F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6" idx="3"/>
              <a:endCxn id="29" idx="1"/>
            </p:cNvCxnSpPr>
            <p:nvPr/>
          </p:nvCxnSpPr>
          <p:spPr>
            <a:xfrm>
              <a:off x="4901635" y="3738563"/>
              <a:ext cx="945008" cy="914879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E91B07D-7CAA-99CD-9CD0-B89F80FEB7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72968" y="3296519"/>
              <a:ext cx="2028667" cy="88408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5416D30-6A15-AA4A-E363-B2739735166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846643" y="4299499"/>
              <a:ext cx="2312612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설정한 목표 한번에 확인 가능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B78430DF-B697-8F2E-A06C-CE7DD9A514D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72967" y="2443597"/>
              <a:ext cx="2028667" cy="802322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cxnSp>
          <p:nvCxnSpPr>
            <p:cNvPr id="33" name="연결선: 꺾임 32">
              <a:extLst>
                <a:ext uri="{FF2B5EF4-FFF2-40B4-BE49-F238E27FC236}">
                  <a16:creationId xmlns:a16="http://schemas.microsoft.com/office/drawing/2014/main" id="{C93CC336-6A37-DC7B-4CB9-B25D27029A1C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2" idx="3"/>
              <a:endCxn id="37" idx="1"/>
            </p:cNvCxnSpPr>
            <p:nvPr/>
          </p:nvCxnSpPr>
          <p:spPr>
            <a:xfrm flipV="1">
              <a:off x="4901634" y="2558501"/>
              <a:ext cx="1113206" cy="286257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2329AA6-E2E5-B4D7-F474-D533C2ACFE3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14840" y="2358446"/>
              <a:ext cx="23126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알레르기 입력 가능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4D3535D-30C7-C714-1483-3BDB0FAF32D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36050" y="5595169"/>
              <a:ext cx="17621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홈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4383A5F-90A2-A4B4-DEBF-046D6A11B64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40321" y="5608688"/>
              <a:ext cx="63745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음식성분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8462F4-336C-C99C-CF2E-6DB405B39B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77970" y="5622207"/>
              <a:ext cx="63745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섭취량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07D7C45-7BAB-4590-0BFF-F910C96E999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41158" y="5635726"/>
              <a:ext cx="63745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마이페이지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0071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F236F-C956-8247-DA84-DBF48FA4A2F2}"/>
              </a:ext>
            </a:extLst>
          </p:cNvPr>
          <p:cNvSpPr txBox="1"/>
          <p:nvPr/>
        </p:nvSpPr>
        <p:spPr>
          <a:xfrm>
            <a:off x="329610" y="111525"/>
            <a:ext cx="24961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타원 11">
            <a:extLst>
              <a:ext uri="{FF2B5EF4-FFF2-40B4-BE49-F238E27FC236}">
                <a16:creationId xmlns:a16="http://schemas.microsoft.com/office/drawing/2014/main" id="{47787AB6-23A8-0438-1C50-B29FA53CD797}"/>
              </a:ext>
            </a:extLst>
          </p:cNvPr>
          <p:cNvSpPr/>
          <p:nvPr/>
        </p:nvSpPr>
        <p:spPr>
          <a:xfrm>
            <a:off x="8474152" y="652690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663810" y="3140152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4291842" y="629515"/>
            <a:ext cx="3717849" cy="371784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87E40-8C6D-411B-ADF3-D51036089F8E}"/>
              </a:ext>
            </a:extLst>
          </p:cNvPr>
          <p:cNvSpPr txBox="1"/>
          <p:nvPr/>
        </p:nvSpPr>
        <p:spPr>
          <a:xfrm>
            <a:off x="4792403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E703E8-0523-17BE-BF61-DAC77D04D160}"/>
              </a:ext>
            </a:extLst>
          </p:cNvPr>
          <p:cNvSpPr txBox="1"/>
          <p:nvPr/>
        </p:nvSpPr>
        <p:spPr>
          <a:xfrm>
            <a:off x="329610" y="111525"/>
            <a:ext cx="42098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9. 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기대 효과 및 활용 방안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AD064C-2529-8B79-7621-D31FA7140FB7}"/>
              </a:ext>
            </a:extLst>
          </p:cNvPr>
          <p:cNvSpPr txBox="1"/>
          <p:nvPr/>
        </p:nvSpPr>
        <p:spPr>
          <a:xfrm>
            <a:off x="7047976" y="4140860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2299285" y="3056831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A12A1-8C0D-1EF4-AFD2-D71BFE6DCC2B}"/>
              </a:ext>
            </a:extLst>
          </p:cNvPr>
          <p:cNvSpPr txBox="1"/>
          <p:nvPr/>
        </p:nvSpPr>
        <p:spPr>
          <a:xfrm>
            <a:off x="2732618" y="4139705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01B5952-1395-031D-7267-20370B40C8F4}"/>
              </a:ext>
            </a:extLst>
          </p:cNvPr>
          <p:cNvSpPr/>
          <p:nvPr/>
        </p:nvSpPr>
        <p:spPr>
          <a:xfrm>
            <a:off x="161298" y="634745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4D12E2-A1BE-882B-B9F6-A52C642616ED}"/>
              </a:ext>
            </a:extLst>
          </p:cNvPr>
          <p:cNvSpPr txBox="1"/>
          <p:nvPr/>
        </p:nvSpPr>
        <p:spPr>
          <a:xfrm>
            <a:off x="614895" y="1506878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714B8-BDE2-86B7-8C22-7E53268E9C87}"/>
              </a:ext>
            </a:extLst>
          </p:cNvPr>
          <p:cNvSpPr txBox="1"/>
          <p:nvPr/>
        </p:nvSpPr>
        <p:spPr>
          <a:xfrm>
            <a:off x="9077546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96EF073-A90A-6C6D-50AC-593A17D6ED7C}"/>
              </a:ext>
            </a:extLst>
          </p:cNvPr>
          <p:cNvSpPr/>
          <p:nvPr/>
        </p:nvSpPr>
        <p:spPr>
          <a:xfrm>
            <a:off x="0" y="3428999"/>
            <a:ext cx="12192000" cy="3428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10606" y="2180267"/>
            <a:ext cx="21707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감사합니다</a:t>
            </a:r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~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41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974</TotalTime>
  <Words>1979</Words>
  <Application>Microsoft Office PowerPoint</Application>
  <PresentationFormat>와이드스크린</PresentationFormat>
  <Paragraphs>417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41</vt:i4>
      </vt:variant>
    </vt:vector>
  </HeadingPairs>
  <TitlesOfParts>
    <vt:vector size="49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36</cp:revision>
  <dcterms:created xsi:type="dcterms:W3CDTF">2020-11-18T01:48:02Z</dcterms:created>
  <dcterms:modified xsi:type="dcterms:W3CDTF">2022-12-04T14:15:47Z</dcterms:modified>
</cp:coreProperties>
</file>