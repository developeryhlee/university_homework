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rts/chartEx1.xml" ContentType="application/vnd.ms-office.chartex+xml"/>
  <Override PartName="/ppt/charts/style1.xml" ContentType="application/vnd.ms-office.chartstyle+xml"/>
  <Override PartName="/ppt/charts/colors1.xml" ContentType="application/vnd.ms-office.chartcolorstyle+xml"/>
  <Override PartName="/ppt/charts/chart1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rts/chart2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71" r:id="rId3"/>
    <p:sldId id="274" r:id="rId4"/>
    <p:sldId id="281" r:id="rId5"/>
    <p:sldId id="286" r:id="rId6"/>
    <p:sldId id="298" r:id="rId7"/>
    <p:sldId id="295" r:id="rId8"/>
    <p:sldId id="300" r:id="rId9"/>
    <p:sldId id="301" r:id="rId10"/>
    <p:sldId id="302" r:id="rId11"/>
    <p:sldId id="303" r:id="rId12"/>
    <p:sldId id="287" r:id="rId13"/>
    <p:sldId id="280" r:id="rId14"/>
    <p:sldId id="289" r:id="rId15"/>
    <p:sldId id="288" r:id="rId16"/>
    <p:sldId id="299" r:id="rId17"/>
    <p:sldId id="294" r:id="rId18"/>
    <p:sldId id="290" r:id="rId19"/>
    <p:sldId id="291" r:id="rId20"/>
    <p:sldId id="292" r:id="rId21"/>
    <p:sldId id="293" r:id="rId22"/>
    <p:sldId id="256" r:id="rId23"/>
    <p:sldId id="257" r:id="rId24"/>
    <p:sldId id="260" r:id="rId25"/>
    <p:sldId id="259" r:id="rId26"/>
    <p:sldId id="265" r:id="rId27"/>
    <p:sldId id="266" r:id="rId2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345C"/>
    <a:srgbClr val="2A345C"/>
    <a:srgbClr val="1C2244"/>
    <a:srgbClr val="F1ECE6"/>
    <a:srgbClr val="0F1225"/>
    <a:srgbClr val="6D8CAC"/>
    <a:srgbClr val="326393"/>
    <a:srgbClr val="C9CACF"/>
    <a:srgbClr val="CAB5BD"/>
    <a:srgbClr val="42689B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914AD7-9230-47CE-8F52-5A96260F97A5}" v="50" dt="2022-11-14T04:06:28.5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3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156" y="96"/>
      </p:cViewPr>
      <p:guideLst>
        <p:guide orient="horz" pos="2160"/>
        <p:guide pos="38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on xihyeon" userId="b03689a23d6da60b" providerId="LiveId" clId="{FA779DA8-FCDD-4524-96B8-6B2ADE6589CB}"/>
    <pc:docChg chg="undo custSel addSld delSld modSld sldOrd">
      <pc:chgData name="yoon xihyeon" userId="b03689a23d6da60b" providerId="LiveId" clId="{FA779DA8-FCDD-4524-96B8-6B2ADE6589CB}" dt="2022-11-07T04:43:50.822" v="1502" actId="47"/>
      <pc:docMkLst>
        <pc:docMk/>
      </pc:docMkLst>
      <pc:sldChg chg="add del">
        <pc:chgData name="yoon xihyeon" userId="b03689a23d6da60b" providerId="LiveId" clId="{FA779DA8-FCDD-4524-96B8-6B2ADE6589CB}" dt="2022-11-07T04:43:46.807" v="1488" actId="47"/>
        <pc:sldMkLst>
          <pc:docMk/>
          <pc:sldMk cId="427526012" sldId="256"/>
        </pc:sldMkLst>
      </pc:sldChg>
      <pc:sldChg chg="add del">
        <pc:chgData name="yoon xihyeon" userId="b03689a23d6da60b" providerId="LiveId" clId="{FA779DA8-FCDD-4524-96B8-6B2ADE6589CB}" dt="2022-11-07T04:43:46.682" v="1487" actId="47"/>
        <pc:sldMkLst>
          <pc:docMk/>
          <pc:sldMk cId="2335713906" sldId="257"/>
        </pc:sldMkLst>
      </pc:sldChg>
      <pc:sldChg chg="add del">
        <pc:chgData name="yoon xihyeon" userId="b03689a23d6da60b" providerId="LiveId" clId="{FA779DA8-FCDD-4524-96B8-6B2ADE6589CB}" dt="2022-11-07T04:43:46.432" v="1485" actId="47"/>
        <pc:sldMkLst>
          <pc:docMk/>
          <pc:sldMk cId="1913110572" sldId="259"/>
        </pc:sldMkLst>
      </pc:sldChg>
      <pc:sldChg chg="add del">
        <pc:chgData name="yoon xihyeon" userId="b03689a23d6da60b" providerId="LiveId" clId="{FA779DA8-FCDD-4524-96B8-6B2ADE6589CB}" dt="2022-11-07T04:43:46.573" v="1486" actId="47"/>
        <pc:sldMkLst>
          <pc:docMk/>
          <pc:sldMk cId="1735041406" sldId="260"/>
        </pc:sldMkLst>
      </pc:sldChg>
      <pc:sldChg chg="del">
        <pc:chgData name="yoon xihyeon" userId="b03689a23d6da60b" providerId="LiveId" clId="{FA779DA8-FCDD-4524-96B8-6B2ADE6589CB}" dt="2022-11-07T04:42:08.786" v="1453" actId="47"/>
        <pc:sldMkLst>
          <pc:docMk/>
          <pc:sldMk cId="3400164901" sldId="263"/>
        </pc:sldMkLst>
      </pc:sldChg>
      <pc:sldChg chg="add del">
        <pc:chgData name="yoon xihyeon" userId="b03689a23d6da60b" providerId="LiveId" clId="{FA779DA8-FCDD-4524-96B8-6B2ADE6589CB}" dt="2022-11-07T04:43:46.286" v="1484" actId="47"/>
        <pc:sldMkLst>
          <pc:docMk/>
          <pc:sldMk cId="4293141657" sldId="265"/>
        </pc:sldMkLst>
      </pc:sldChg>
      <pc:sldChg chg="add del">
        <pc:chgData name="yoon xihyeon" userId="b03689a23d6da60b" providerId="LiveId" clId="{FA779DA8-FCDD-4524-96B8-6B2ADE6589CB}" dt="2022-11-07T04:43:46.146" v="1483" actId="47"/>
        <pc:sldMkLst>
          <pc:docMk/>
          <pc:sldMk cId="3669176100" sldId="266"/>
        </pc:sldMkLst>
      </pc:sldChg>
      <pc:sldChg chg="addSp delSp modSp mod">
        <pc:chgData name="yoon xihyeon" userId="b03689a23d6da60b" providerId="LiveId" clId="{FA779DA8-FCDD-4524-96B8-6B2ADE6589CB}" dt="2022-11-07T04:30:35.861" v="772" actId="34135"/>
        <pc:sldMkLst>
          <pc:docMk/>
          <pc:sldMk cId="363924761" sldId="270"/>
        </pc:sldMkLst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2" creationId="{F91D96CB-D837-42E6-B753-A362CB784AC7}"/>
          </ac:spMkLst>
        </pc:spChg>
        <pc:spChg chg="del">
          <ac:chgData name="yoon xihyeon" userId="b03689a23d6da60b" providerId="LiveId" clId="{FA779DA8-FCDD-4524-96B8-6B2ADE6589CB}" dt="2022-11-07T04:11:45.004" v="0" actId="478"/>
          <ac:spMkLst>
            <pc:docMk/>
            <pc:sldMk cId="363924761" sldId="270"/>
            <ac:spMk id="3" creationId="{D22DB756-317E-4F42-AF88-B6D561E946B9}"/>
          </ac:spMkLst>
        </pc:spChg>
        <pc:spChg chg="add del mod">
          <ac:chgData name="yoon xihyeon" userId="b03689a23d6da60b" providerId="LiveId" clId="{FA779DA8-FCDD-4524-96B8-6B2ADE6589CB}" dt="2022-11-07T04:24:06.021" v="621"/>
          <ac:spMkLst>
            <pc:docMk/>
            <pc:sldMk cId="363924761" sldId="270"/>
            <ac:spMk id="4" creationId="{5CC51280-6820-55BE-F28C-F6B242EE02BE}"/>
          </ac:spMkLst>
        </pc:spChg>
        <pc:spChg chg="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6" creationId="{E00961E7-5079-4C40-88CA-C2ABE8F1C792}"/>
          </ac:spMkLst>
        </pc:spChg>
        <pc:spChg chg="add mod">
          <ac:chgData name="yoon xihyeon" userId="b03689a23d6da60b" providerId="LiveId" clId="{FA779DA8-FCDD-4524-96B8-6B2ADE6589CB}" dt="2022-11-07T04:30:35.861" v="772" actId="34135"/>
          <ac:spMkLst>
            <pc:docMk/>
            <pc:sldMk cId="363924761" sldId="270"/>
            <ac:spMk id="7" creationId="{DFE1CF8F-0A04-2451-73A3-AE1B007F9A9E}"/>
          </ac:spMkLst>
        </pc:sp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9" creationId="{3C8198F5-0634-BA61-239A-21B9EB0E1099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1" creationId="{E1C05F3E-0B7E-593A-B3D3-589700E1EAC7}"/>
          </ac:picMkLst>
        </pc:picChg>
        <pc:picChg chg="add mod">
          <ac:chgData name="yoon xihyeon" userId="b03689a23d6da60b" providerId="LiveId" clId="{FA779DA8-FCDD-4524-96B8-6B2ADE6589CB}" dt="2022-11-07T04:30:35.861" v="772" actId="34135"/>
          <ac:picMkLst>
            <pc:docMk/>
            <pc:sldMk cId="363924761" sldId="270"/>
            <ac:picMk id="13" creationId="{34911A46-7330-8FBA-0E15-456C37BF655B}"/>
          </ac:picMkLst>
        </pc:picChg>
        <pc:cxnChg chg="mod">
          <ac:chgData name="yoon xihyeon" userId="b03689a23d6da60b" providerId="LiveId" clId="{FA779DA8-FCDD-4524-96B8-6B2ADE6589CB}" dt="2022-11-07T04:30:35.861" v="772" actId="34135"/>
          <ac:cxnSpMkLst>
            <pc:docMk/>
            <pc:sldMk cId="363924761" sldId="270"/>
            <ac:cxnSpMk id="5" creationId="{9B67F781-4111-4EB6-97E9-84D738AD6180}"/>
          </ac:cxnSpMkLst>
        </pc:cxnChg>
      </pc:sldChg>
      <pc:sldChg chg="addSp delSp modSp mod">
        <pc:chgData name="yoon xihyeon" userId="b03689a23d6da60b" providerId="LiveId" clId="{FA779DA8-FCDD-4524-96B8-6B2ADE6589CB}" dt="2022-11-07T04:30:41.646" v="773" actId="34135"/>
        <pc:sldMkLst>
          <pc:docMk/>
          <pc:sldMk cId="3139286300" sldId="271"/>
        </pc:sldMkLst>
        <pc:spChg chg="add 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2" creationId="{D3D886B7-3A46-78B5-7CC8-F48EB8ABAE6C}"/>
          </ac:spMkLst>
        </pc:spChg>
        <pc:spChg chg="mod">
          <ac:chgData name="yoon xihyeon" userId="b03689a23d6da60b" providerId="LiveId" clId="{FA779DA8-FCDD-4524-96B8-6B2ADE6589CB}" dt="2022-11-07T04:15:15.838" v="213" actId="1076"/>
          <ac:spMkLst>
            <pc:docMk/>
            <pc:sldMk cId="3139286300" sldId="271"/>
            <ac:spMk id="3" creationId="{91C4265C-0EAD-4FFD-BF99-406D49533C1D}"/>
          </ac:spMkLst>
        </pc:spChg>
        <pc:spChg chg="mod">
          <ac:chgData name="yoon xihyeon" userId="b03689a23d6da60b" providerId="LiveId" clId="{FA779DA8-FCDD-4524-96B8-6B2ADE6589CB}" dt="2022-11-07T04:30:41.646" v="773" actId="34135"/>
          <ac:spMkLst>
            <pc:docMk/>
            <pc:sldMk cId="3139286300" sldId="271"/>
            <ac:spMk id="4" creationId="{E251FDC9-B70C-4BC0-8AC7-216B5765985E}"/>
          </ac:spMkLst>
        </pc:spChg>
        <pc:spChg chg="del">
          <ac:chgData name="yoon xihyeon" userId="b03689a23d6da60b" providerId="LiveId" clId="{FA779DA8-FCDD-4524-96B8-6B2ADE6589CB}" dt="2022-11-07T04:12:29.646" v="25" actId="478"/>
          <ac:spMkLst>
            <pc:docMk/>
            <pc:sldMk cId="3139286300" sldId="271"/>
            <ac:spMk id="5" creationId="{7B2CAB3D-75D4-47BA-AA00-C925C76EC1D2}"/>
          </ac:spMkLst>
        </pc:spChg>
        <pc:spChg chg="del mod">
          <ac:chgData name="yoon xihyeon" userId="b03689a23d6da60b" providerId="LiveId" clId="{FA779DA8-FCDD-4524-96B8-6B2ADE6589CB}" dt="2022-11-07T04:11:52.990" v="2" actId="478"/>
          <ac:spMkLst>
            <pc:docMk/>
            <pc:sldMk cId="3139286300" sldId="271"/>
            <ac:spMk id="6" creationId="{99A3A4B1-78DD-4F9A-807D-7BC51AFF4B1A}"/>
          </ac:spMkLst>
        </pc:spChg>
      </pc:sldChg>
      <pc:sldChg chg="modSp del mod">
        <pc:chgData name="yoon xihyeon" userId="b03689a23d6da60b" providerId="LiveId" clId="{FA779DA8-FCDD-4524-96B8-6B2ADE6589CB}" dt="2022-11-07T04:42:54.466" v="1454" actId="47"/>
        <pc:sldMkLst>
          <pc:docMk/>
          <pc:sldMk cId="1093702214" sldId="272"/>
        </pc:sldMkLst>
        <pc:spChg chg="mod">
          <ac:chgData name="yoon xihyeon" userId="b03689a23d6da60b" providerId="LiveId" clId="{FA779DA8-FCDD-4524-96B8-6B2ADE6589CB}" dt="2022-11-07T04:22:59.567" v="576"/>
          <ac:spMkLst>
            <pc:docMk/>
            <pc:sldMk cId="1093702214" sldId="272"/>
            <ac:spMk id="2" creationId="{70D78051-5D25-4C28-AF49-C76C1C625A61}"/>
          </ac:spMkLst>
        </pc:spChg>
        <pc:spChg chg="mod">
          <ac:chgData name="yoon xihyeon" userId="b03689a23d6da60b" providerId="LiveId" clId="{FA779DA8-FCDD-4524-96B8-6B2ADE6589CB}" dt="2022-11-07T04:41:43.880" v="1439"/>
          <ac:spMkLst>
            <pc:docMk/>
            <pc:sldMk cId="1093702214" sldId="272"/>
            <ac:spMk id="12" creationId="{AC5BFC47-6061-42E2-9E98-02665B87FDEA}"/>
          </ac:spMkLst>
        </pc:spChg>
        <pc:spChg chg="mod">
          <ac:chgData name="yoon xihyeon" userId="b03689a23d6da60b" providerId="LiveId" clId="{FA779DA8-FCDD-4524-96B8-6B2ADE6589CB}" dt="2022-11-07T04:41:46.005" v="1441"/>
          <ac:spMkLst>
            <pc:docMk/>
            <pc:sldMk cId="1093702214" sldId="272"/>
            <ac:spMk id="13" creationId="{B9C6F623-5062-44CA-A8D8-56CE85CA5DAF}"/>
          </ac:spMkLst>
        </pc:spChg>
        <pc:spChg chg="mod">
          <ac:chgData name="yoon xihyeon" userId="b03689a23d6da60b" providerId="LiveId" clId="{FA779DA8-FCDD-4524-96B8-6B2ADE6589CB}" dt="2022-11-07T04:41:48.185" v="1444" actId="20577"/>
          <ac:spMkLst>
            <pc:docMk/>
            <pc:sldMk cId="1093702214" sldId="272"/>
            <ac:spMk id="14" creationId="{94832CDB-A9AF-49BF-B1CA-75054BE16F29}"/>
          </ac:spMkLst>
        </pc:spChg>
      </pc:sldChg>
      <pc:sldChg chg="modSp del mod">
        <pc:chgData name="yoon xihyeon" userId="b03689a23d6da60b" providerId="LiveId" clId="{FA779DA8-FCDD-4524-96B8-6B2ADE6589CB}" dt="2022-11-07T04:42:54.624" v="1455" actId="47"/>
        <pc:sldMkLst>
          <pc:docMk/>
          <pc:sldMk cId="71251117" sldId="273"/>
        </pc:sldMkLst>
        <pc:spChg chg="mod">
          <ac:chgData name="yoon xihyeon" userId="b03689a23d6da60b" providerId="LiveId" clId="{FA779DA8-FCDD-4524-96B8-6B2ADE6589CB}" dt="2022-11-07T04:41:54.115" v="1446"/>
          <ac:spMkLst>
            <pc:docMk/>
            <pc:sldMk cId="71251117" sldId="273"/>
            <ac:spMk id="6" creationId="{7BA593D5-501E-457D-A8CA-AB659DA69256}"/>
          </ac:spMkLst>
        </pc:spChg>
        <pc:spChg chg="mod">
          <ac:chgData name="yoon xihyeon" userId="b03689a23d6da60b" providerId="LiveId" clId="{FA779DA8-FCDD-4524-96B8-6B2ADE6589CB}" dt="2022-11-07T04:41:57.148" v="1448"/>
          <ac:spMkLst>
            <pc:docMk/>
            <pc:sldMk cId="71251117" sldId="273"/>
            <ac:spMk id="7" creationId="{7F27385C-4021-4E81-9927-7001CEA3757F}"/>
          </ac:spMkLst>
        </pc:spChg>
        <pc:spChg chg="mod">
          <ac:chgData name="yoon xihyeon" userId="b03689a23d6da60b" providerId="LiveId" clId="{FA779DA8-FCDD-4524-96B8-6B2ADE6589CB}" dt="2022-11-07T04:41:59.090" v="1450"/>
          <ac:spMkLst>
            <pc:docMk/>
            <pc:sldMk cId="71251117" sldId="273"/>
            <ac:spMk id="12" creationId="{B036977E-A713-40D0-884E-9243F0D831BE}"/>
          </ac:spMkLst>
        </pc:spChg>
        <pc:spChg chg="mod">
          <ac:chgData name="yoon xihyeon" userId="b03689a23d6da60b" providerId="LiveId" clId="{FA779DA8-FCDD-4524-96B8-6B2ADE6589CB}" dt="2022-11-07T04:42:01.022" v="1452"/>
          <ac:spMkLst>
            <pc:docMk/>
            <pc:sldMk cId="71251117" sldId="273"/>
            <ac:spMk id="13" creationId="{4D56B852-D617-4B17-9139-16036874E7FC}"/>
          </ac:spMkLst>
        </pc:spChg>
      </pc:sldChg>
      <pc:sldChg chg="addSp modSp mod ord">
        <pc:chgData name="yoon xihyeon" userId="b03689a23d6da60b" providerId="LiveId" clId="{FA779DA8-FCDD-4524-96B8-6B2ADE6589CB}" dt="2022-11-07T04:41:14.954" v="1436" actId="6559"/>
        <pc:sldMkLst>
          <pc:docMk/>
          <pc:sldMk cId="740605315" sldId="274"/>
        </pc:sldMkLst>
        <pc:spChg chg="mod">
          <ac:chgData name="yoon xihyeon" userId="b03689a23d6da60b" providerId="LiveId" clId="{FA779DA8-FCDD-4524-96B8-6B2ADE6589CB}" dt="2022-11-07T04:40:19.459" v="1425" actId="164"/>
          <ac:spMkLst>
            <pc:docMk/>
            <pc:sldMk cId="740605315" sldId="274"/>
            <ac:spMk id="2" creationId="{FCBB0498-13C3-48CC-9BFE-7243BE8082B0}"/>
          </ac:spMkLst>
        </pc:spChg>
        <pc:spChg chg="mod">
          <ac:chgData name="yoon xihyeon" userId="b03689a23d6da60b" providerId="LiveId" clId="{FA779DA8-FCDD-4524-96B8-6B2ADE6589CB}" dt="2022-11-07T04:40:35.278" v="1427" actId="1076"/>
          <ac:spMkLst>
            <pc:docMk/>
            <pc:sldMk cId="740605315" sldId="274"/>
            <ac:spMk id="3" creationId="{90C0895B-7B4E-4FB6-95D6-6192E6C6C6FE}"/>
          </ac:spMkLst>
        </pc:spChg>
        <pc:spChg chg="mod">
          <ac:chgData name="yoon xihyeon" userId="b03689a23d6da60b" providerId="LiveId" clId="{FA779DA8-FCDD-4524-96B8-6B2ADE6589CB}" dt="2022-11-07T04:41:14.954" v="1436" actId="6559"/>
          <ac:spMkLst>
            <pc:docMk/>
            <pc:sldMk cId="740605315" sldId="274"/>
            <ac:spMk id="4" creationId="{1EF51587-4B82-43A7-8A06-3BA5E76F90F4}"/>
          </ac:spMkLst>
        </pc:spChg>
        <pc:spChg chg="add mod">
          <ac:chgData name="yoon xihyeon" userId="b03689a23d6da60b" providerId="LiveId" clId="{FA779DA8-FCDD-4524-96B8-6B2ADE6589CB}" dt="2022-11-07T04:22:51.260" v="569"/>
          <ac:spMkLst>
            <pc:docMk/>
            <pc:sldMk cId="740605315" sldId="274"/>
            <ac:spMk id="5" creationId="{C42A27B8-3421-9530-A1D5-A9C7F0FA725A}"/>
          </ac:spMkLst>
        </pc:spChg>
        <pc:grpChg chg="add mod">
          <ac:chgData name="yoon xihyeon" userId="b03689a23d6da60b" providerId="LiveId" clId="{FA779DA8-FCDD-4524-96B8-6B2ADE6589CB}" dt="2022-11-07T04:40:25.262" v="1426" actId="1076"/>
          <ac:grpSpMkLst>
            <pc:docMk/>
            <pc:sldMk cId="740605315" sldId="274"/>
            <ac:grpSpMk id="18" creationId="{384813B4-D6BC-CA52-99BE-9311992DB157}"/>
          </ac:grpSpMkLst>
        </pc:grpChg>
        <pc:picChg chg="add mod">
          <ac:chgData name="yoon xihyeon" userId="b03689a23d6da60b" providerId="LiveId" clId="{FA779DA8-FCDD-4524-96B8-6B2ADE6589CB}" dt="2022-11-07T04:35:50.815" v="1148" actId="1037"/>
          <ac:picMkLst>
            <pc:docMk/>
            <pc:sldMk cId="740605315" sldId="274"/>
            <ac:picMk id="7" creationId="{2B607B76-8A96-06C2-FA04-243C45FFDC75}"/>
          </ac:picMkLst>
        </pc:picChg>
        <pc:picChg chg="add mod">
          <ac:chgData name="yoon xihyeon" userId="b03689a23d6da60b" providerId="LiveId" clId="{FA779DA8-FCDD-4524-96B8-6B2ADE6589CB}" dt="2022-11-07T04:34:41.796" v="1113" actId="1076"/>
          <ac:picMkLst>
            <pc:docMk/>
            <pc:sldMk cId="740605315" sldId="274"/>
            <ac:picMk id="9" creationId="{6A18651E-CC6A-D01D-5B90-32C297B9AB6A}"/>
          </ac:picMkLst>
        </pc:picChg>
        <pc:picChg chg="add mod">
          <ac:chgData name="yoon xihyeon" userId="b03689a23d6da60b" providerId="LiveId" clId="{FA779DA8-FCDD-4524-96B8-6B2ADE6589CB}" dt="2022-11-07T04:34:16.945" v="1109" actId="1076"/>
          <ac:picMkLst>
            <pc:docMk/>
            <pc:sldMk cId="740605315" sldId="274"/>
            <ac:picMk id="11" creationId="{93603FCD-F00B-656B-ED6C-9FF95FC1683E}"/>
          </ac:picMkLst>
        </pc:picChg>
        <pc:picChg chg="add mod">
          <ac:chgData name="yoon xihyeon" userId="b03689a23d6da60b" providerId="LiveId" clId="{FA779DA8-FCDD-4524-96B8-6B2ADE6589CB}" dt="2022-11-07T04:40:38.267" v="1434" actId="1035"/>
          <ac:picMkLst>
            <pc:docMk/>
            <pc:sldMk cId="740605315" sldId="274"/>
            <ac:picMk id="13" creationId="{E5AA80AA-9791-C6A4-B9E8-B268FE435CDA}"/>
          </ac:picMkLst>
        </pc:picChg>
        <pc:picChg chg="add mod">
          <ac:chgData name="yoon xihyeon" userId="b03689a23d6da60b" providerId="LiveId" clId="{FA779DA8-FCDD-4524-96B8-6B2ADE6589CB}" dt="2022-11-07T04:34:37.789" v="1112" actId="1076"/>
          <ac:picMkLst>
            <pc:docMk/>
            <pc:sldMk cId="740605315" sldId="274"/>
            <ac:picMk id="15" creationId="{C0712E4A-479F-186D-A339-3582F5E754E2}"/>
          </ac:picMkLst>
        </pc:picChg>
        <pc:picChg chg="add mod">
          <ac:chgData name="yoon xihyeon" userId="b03689a23d6da60b" providerId="LiveId" clId="{FA779DA8-FCDD-4524-96B8-6B2ADE6589CB}" dt="2022-11-07T04:34:44.769" v="1114" actId="1076"/>
          <ac:picMkLst>
            <pc:docMk/>
            <pc:sldMk cId="740605315" sldId="274"/>
            <ac:picMk id="17" creationId="{113EEF0E-73B2-63BC-D5D7-5998EFAC2338}"/>
          </ac:picMkLst>
        </pc:picChg>
      </pc:sldChg>
      <pc:sldChg chg="del">
        <pc:chgData name="yoon xihyeon" userId="b03689a23d6da60b" providerId="LiveId" clId="{FA779DA8-FCDD-4524-96B8-6B2ADE6589CB}" dt="2022-11-07T04:42:54.733" v="1456" actId="47"/>
        <pc:sldMkLst>
          <pc:docMk/>
          <pc:sldMk cId="427273868" sldId="275"/>
        </pc:sldMkLst>
      </pc:sldChg>
      <pc:sldChg chg="del">
        <pc:chgData name="yoon xihyeon" userId="b03689a23d6da60b" providerId="LiveId" clId="{FA779DA8-FCDD-4524-96B8-6B2ADE6589CB}" dt="2022-11-07T04:42:55.577" v="1462" actId="47"/>
        <pc:sldMkLst>
          <pc:docMk/>
          <pc:sldMk cId="3320331382" sldId="276"/>
        </pc:sldMkLst>
      </pc:sldChg>
      <pc:sldChg chg="del">
        <pc:chgData name="yoon xihyeon" userId="b03689a23d6da60b" providerId="LiveId" clId="{FA779DA8-FCDD-4524-96B8-6B2ADE6589CB}" dt="2022-11-07T04:42:55.249" v="1459" actId="47"/>
        <pc:sldMkLst>
          <pc:docMk/>
          <pc:sldMk cId="1120228696" sldId="278"/>
        </pc:sldMkLst>
      </pc:sldChg>
      <pc:sldChg chg="add del">
        <pc:chgData name="yoon xihyeon" userId="b03689a23d6da60b" providerId="LiveId" clId="{FA779DA8-FCDD-4524-96B8-6B2ADE6589CB}" dt="2022-11-07T04:43:48.781" v="1497" actId="47"/>
        <pc:sldMkLst>
          <pc:docMk/>
          <pc:sldMk cId="1415009542" sldId="280"/>
        </pc:sldMkLst>
      </pc:sldChg>
      <pc:sldChg chg="add del">
        <pc:chgData name="yoon xihyeon" userId="b03689a23d6da60b" providerId="LiveId" clId="{FA779DA8-FCDD-4524-96B8-6B2ADE6589CB}" dt="2022-11-07T04:43:50.822" v="1502" actId="47"/>
        <pc:sldMkLst>
          <pc:docMk/>
          <pc:sldMk cId="1034208025" sldId="281"/>
        </pc:sldMkLst>
      </pc:sldChg>
      <pc:sldChg chg="del">
        <pc:chgData name="yoon xihyeon" userId="b03689a23d6da60b" providerId="LiveId" clId="{FA779DA8-FCDD-4524-96B8-6B2ADE6589CB}" dt="2022-11-07T04:42:55.358" v="1460" actId="47"/>
        <pc:sldMkLst>
          <pc:docMk/>
          <pc:sldMk cId="3863579457" sldId="282"/>
        </pc:sldMkLst>
      </pc:sldChg>
      <pc:sldChg chg="del">
        <pc:chgData name="yoon xihyeon" userId="b03689a23d6da60b" providerId="LiveId" clId="{FA779DA8-FCDD-4524-96B8-6B2ADE6589CB}" dt="2022-11-07T04:42:55.436" v="1461" actId="47"/>
        <pc:sldMkLst>
          <pc:docMk/>
          <pc:sldMk cId="2803794942" sldId="283"/>
        </pc:sldMkLst>
      </pc:sldChg>
      <pc:sldChg chg="del">
        <pc:chgData name="yoon xihyeon" userId="b03689a23d6da60b" providerId="LiveId" clId="{FA779DA8-FCDD-4524-96B8-6B2ADE6589CB}" dt="2022-11-07T04:42:55.125" v="1458" actId="47"/>
        <pc:sldMkLst>
          <pc:docMk/>
          <pc:sldMk cId="2393631099" sldId="284"/>
        </pc:sldMkLst>
      </pc:sldChg>
      <pc:sldChg chg="add del">
        <pc:chgData name="yoon xihyeon" userId="b03689a23d6da60b" providerId="LiveId" clId="{FA779DA8-FCDD-4524-96B8-6B2ADE6589CB}" dt="2022-11-07T04:43:49.491" v="1499" actId="47"/>
        <pc:sldMkLst>
          <pc:docMk/>
          <pc:sldMk cId="3524356639" sldId="286"/>
        </pc:sldMkLst>
      </pc:sldChg>
      <pc:sldChg chg="add del">
        <pc:chgData name="yoon xihyeon" userId="b03689a23d6da60b" providerId="LiveId" clId="{FA779DA8-FCDD-4524-96B8-6B2ADE6589CB}" dt="2022-11-07T04:43:49.147" v="1498" actId="47"/>
        <pc:sldMkLst>
          <pc:docMk/>
          <pc:sldMk cId="3039576005" sldId="287"/>
        </pc:sldMkLst>
      </pc:sldChg>
      <pc:sldChg chg="add del">
        <pc:chgData name="yoon xihyeon" userId="b03689a23d6da60b" providerId="LiveId" clId="{FA779DA8-FCDD-4524-96B8-6B2ADE6589CB}" dt="2022-11-07T04:43:47.873" v="1495" actId="47"/>
        <pc:sldMkLst>
          <pc:docMk/>
          <pc:sldMk cId="2139668770" sldId="288"/>
        </pc:sldMkLst>
      </pc:sldChg>
      <pc:sldChg chg="add del">
        <pc:chgData name="yoon xihyeon" userId="b03689a23d6da60b" providerId="LiveId" clId="{FA779DA8-FCDD-4524-96B8-6B2ADE6589CB}" dt="2022-11-07T04:43:48.295" v="1496" actId="47"/>
        <pc:sldMkLst>
          <pc:docMk/>
          <pc:sldMk cId="1584148496" sldId="289"/>
        </pc:sldMkLst>
      </pc:sldChg>
      <pc:sldChg chg="add del">
        <pc:chgData name="yoon xihyeon" userId="b03689a23d6da60b" providerId="LiveId" clId="{FA779DA8-FCDD-4524-96B8-6B2ADE6589CB}" dt="2022-11-07T04:43:47.245" v="1492" actId="47"/>
        <pc:sldMkLst>
          <pc:docMk/>
          <pc:sldMk cId="2952192338" sldId="290"/>
        </pc:sldMkLst>
      </pc:sldChg>
      <pc:sldChg chg="add del">
        <pc:chgData name="yoon xihyeon" userId="b03689a23d6da60b" providerId="LiveId" clId="{FA779DA8-FCDD-4524-96B8-6B2ADE6589CB}" dt="2022-11-07T04:43:47.151" v="1491" actId="47"/>
        <pc:sldMkLst>
          <pc:docMk/>
          <pc:sldMk cId="1881078102" sldId="291"/>
        </pc:sldMkLst>
      </pc:sldChg>
      <pc:sldChg chg="add del">
        <pc:chgData name="yoon xihyeon" userId="b03689a23d6da60b" providerId="LiveId" clId="{FA779DA8-FCDD-4524-96B8-6B2ADE6589CB}" dt="2022-11-07T04:43:47.041" v="1490" actId="47"/>
        <pc:sldMkLst>
          <pc:docMk/>
          <pc:sldMk cId="3549485027" sldId="292"/>
        </pc:sldMkLst>
      </pc:sldChg>
      <pc:sldChg chg="add del">
        <pc:chgData name="yoon xihyeon" userId="b03689a23d6da60b" providerId="LiveId" clId="{FA779DA8-FCDD-4524-96B8-6B2ADE6589CB}" dt="2022-11-07T04:43:46.917" v="1489" actId="47"/>
        <pc:sldMkLst>
          <pc:docMk/>
          <pc:sldMk cId="1438082613" sldId="293"/>
        </pc:sldMkLst>
      </pc:sldChg>
      <pc:sldChg chg="add del">
        <pc:chgData name="yoon xihyeon" userId="b03689a23d6da60b" providerId="LiveId" clId="{FA779DA8-FCDD-4524-96B8-6B2ADE6589CB}" dt="2022-11-07T04:43:47.369" v="1493" actId="47"/>
        <pc:sldMkLst>
          <pc:docMk/>
          <pc:sldMk cId="2199263989" sldId="294"/>
        </pc:sldMkLst>
      </pc:sldChg>
      <pc:sldChg chg="add del">
        <pc:chgData name="yoon xihyeon" userId="b03689a23d6da60b" providerId="LiveId" clId="{FA779DA8-FCDD-4524-96B8-6B2ADE6589CB}" dt="2022-11-07T04:43:49.939" v="1500" actId="47"/>
        <pc:sldMkLst>
          <pc:docMk/>
          <pc:sldMk cId="1627780173" sldId="295"/>
        </pc:sldMkLst>
      </pc:sldChg>
      <pc:sldChg chg="del">
        <pc:chgData name="yoon xihyeon" userId="b03689a23d6da60b" providerId="LiveId" clId="{FA779DA8-FCDD-4524-96B8-6B2ADE6589CB}" dt="2022-11-07T04:42:54.921" v="1457" actId="47"/>
        <pc:sldMkLst>
          <pc:docMk/>
          <pc:sldMk cId="3407836219" sldId="297"/>
        </pc:sldMkLst>
      </pc:sldChg>
      <pc:sldChg chg="add del">
        <pc:chgData name="yoon xihyeon" userId="b03689a23d6da60b" providerId="LiveId" clId="{FA779DA8-FCDD-4524-96B8-6B2ADE6589CB}" dt="2022-11-07T04:43:50.408" v="1501" actId="47"/>
        <pc:sldMkLst>
          <pc:docMk/>
          <pc:sldMk cId="1503160340" sldId="298"/>
        </pc:sldMkLst>
      </pc:sldChg>
      <pc:sldChg chg="add del">
        <pc:chgData name="yoon xihyeon" userId="b03689a23d6da60b" providerId="LiveId" clId="{FA779DA8-FCDD-4524-96B8-6B2ADE6589CB}" dt="2022-11-07T04:43:47.463" v="1494" actId="47"/>
        <pc:sldMkLst>
          <pc:docMk/>
          <pc:sldMk cId="4070689933" sldId="299"/>
        </pc:sldMkLst>
      </pc:sldChg>
    </pc:docChg>
  </pc:docChgLst>
  <pc:docChgLst>
    <pc:chgData name="yoon xihyeon" userId="b03689a23d6da60b" providerId="LiveId" clId="{5D914AD7-9230-47CE-8F52-5A96260F97A5}"/>
    <pc:docChg chg="undo custSel addSld delSld modSld sldOrd">
      <pc:chgData name="yoon xihyeon" userId="b03689a23d6da60b" providerId="LiveId" clId="{5D914AD7-9230-47CE-8F52-5A96260F97A5}" dt="2022-11-14T04:09:52.543" v="811" actId="478"/>
      <pc:docMkLst>
        <pc:docMk/>
      </pc:docMkLst>
      <pc:sldChg chg="modSp mod">
        <pc:chgData name="yoon xihyeon" userId="b03689a23d6da60b" providerId="LiveId" clId="{5D914AD7-9230-47CE-8F52-5A96260F97A5}" dt="2022-11-14T03:46:03.862" v="102" actId="34135"/>
        <pc:sldMkLst>
          <pc:docMk/>
          <pc:sldMk cId="363924761" sldId="270"/>
        </pc:sldMkLst>
        <pc:spChg chg="mod">
          <ac:chgData name="yoon xihyeon" userId="b03689a23d6da60b" providerId="LiveId" clId="{5D914AD7-9230-47CE-8F52-5A96260F97A5}" dt="2022-11-14T03:46:03.862" v="102" actId="34135"/>
          <ac:spMkLst>
            <pc:docMk/>
            <pc:sldMk cId="363924761" sldId="270"/>
            <ac:spMk id="7" creationId="{DFE1CF8F-0A04-2451-73A3-AE1B007F9A9E}"/>
          </ac:spMkLst>
        </pc:spChg>
      </pc:sldChg>
      <pc:sldChg chg="modSp mod">
        <pc:chgData name="yoon xihyeon" userId="b03689a23d6da60b" providerId="LiveId" clId="{5D914AD7-9230-47CE-8F52-5A96260F97A5}" dt="2022-11-14T03:46:42.780" v="162"/>
        <pc:sldMkLst>
          <pc:docMk/>
          <pc:sldMk cId="740605315" sldId="274"/>
        </pc:sldMkLst>
        <pc:spChg chg="mod">
          <ac:chgData name="yoon xihyeon" userId="b03689a23d6da60b" providerId="LiveId" clId="{5D914AD7-9230-47CE-8F52-5A96260F97A5}" dt="2022-11-14T03:46:42.780" v="162"/>
          <ac:spMkLst>
            <pc:docMk/>
            <pc:sldMk cId="740605315" sldId="274"/>
            <ac:spMk id="4" creationId="{1EF51587-4B82-43A7-8A06-3BA5E76F90F4}"/>
          </ac:spMkLst>
        </pc:spChg>
      </pc:sldChg>
      <pc:sldChg chg="delSp modSp mod">
        <pc:chgData name="yoon xihyeon" userId="b03689a23d6da60b" providerId="LiveId" clId="{5D914AD7-9230-47CE-8F52-5A96260F97A5}" dt="2022-11-14T04:09:13.660" v="802" actId="478"/>
        <pc:sldMkLst>
          <pc:docMk/>
          <pc:sldMk cId="1415009542" sldId="280"/>
        </pc:sldMkLst>
        <pc:spChg chg="del mod">
          <ac:chgData name="yoon xihyeon" userId="b03689a23d6da60b" providerId="LiveId" clId="{5D914AD7-9230-47CE-8F52-5A96260F97A5}" dt="2022-11-14T04:09:13.660" v="802" actId="478"/>
          <ac:spMkLst>
            <pc:docMk/>
            <pc:sldMk cId="1415009542" sldId="280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8:54.069" v="799" actId="478"/>
        <pc:sldMkLst>
          <pc:docMk/>
          <pc:sldMk cId="1034208025" sldId="281"/>
        </pc:sldMkLst>
        <pc:spChg chg="del">
          <ac:chgData name="yoon xihyeon" userId="b03689a23d6da60b" providerId="LiveId" clId="{5D914AD7-9230-47CE-8F52-5A96260F97A5}" dt="2022-11-14T04:02:23.834" v="683" actId="478"/>
          <ac:spMkLst>
            <pc:docMk/>
            <pc:sldMk cId="1034208025" sldId="281"/>
            <ac:spMk id="7" creationId="{9A7034D5-42A8-4241-9D66-9B53239DB210}"/>
          </ac:spMkLst>
        </pc:spChg>
        <pc:spChg chg="mod">
          <ac:chgData name="yoon xihyeon" userId="b03689a23d6da60b" providerId="LiveId" clId="{5D914AD7-9230-47CE-8F52-5A96260F97A5}" dt="2022-11-14T04:08:13.803" v="793" actId="404"/>
          <ac:spMkLst>
            <pc:docMk/>
            <pc:sldMk cId="1034208025" sldId="281"/>
            <ac:spMk id="9" creationId="{7FFA9BC9-96FB-4B17-AF51-48D81692F2D7}"/>
          </ac:spMkLst>
        </pc:spChg>
        <pc:spChg chg="mod">
          <ac:chgData name="yoon xihyeon" userId="b03689a23d6da60b" providerId="LiveId" clId="{5D914AD7-9230-47CE-8F52-5A96260F97A5}" dt="2022-11-14T04:02:40.252" v="690" actId="20577"/>
          <ac:spMkLst>
            <pc:docMk/>
            <pc:sldMk cId="1034208025" sldId="281"/>
            <ac:spMk id="14" creationId="{4602FD0B-2018-4853-AF61-F901FE68377A}"/>
          </ac:spMkLst>
        </pc:spChg>
        <pc:spChg chg="del">
          <ac:chgData name="yoon xihyeon" userId="b03689a23d6da60b" providerId="LiveId" clId="{5D914AD7-9230-47CE-8F52-5A96260F97A5}" dt="2022-11-14T04:02:27.248" v="684" actId="478"/>
          <ac:spMkLst>
            <pc:docMk/>
            <pc:sldMk cId="1034208025" sldId="281"/>
            <ac:spMk id="15" creationId="{EF232887-5039-491A-9BFD-663FE8E06D99}"/>
          </ac:spMkLst>
        </pc:spChg>
        <pc:spChg chg="del mod">
          <ac:chgData name="yoon xihyeon" userId="b03689a23d6da60b" providerId="LiveId" clId="{5D914AD7-9230-47CE-8F52-5A96260F97A5}" dt="2022-11-14T04:08:54.069" v="799" actId="478"/>
          <ac:spMkLst>
            <pc:docMk/>
            <pc:sldMk cId="1034208025" sldId="281"/>
            <ac:spMk id="16" creationId="{FD5F3A16-019F-4601-B0EF-882D4466946E}"/>
          </ac:spMkLst>
        </pc:spChg>
        <pc:spChg chg="del">
          <ac:chgData name="yoon xihyeon" userId="b03689a23d6da60b" providerId="LiveId" clId="{5D914AD7-9230-47CE-8F52-5A96260F97A5}" dt="2022-11-14T03:54:54.021" v="274" actId="478"/>
          <ac:spMkLst>
            <pc:docMk/>
            <pc:sldMk cId="1034208025" sldId="281"/>
            <ac:spMk id="17" creationId="{7B5EB940-669A-4CFC-992B-7ECA0318A204}"/>
          </ac:spMkLst>
        </pc:spChg>
        <pc:spChg chg="del">
          <ac:chgData name="yoon xihyeon" userId="b03689a23d6da60b" providerId="LiveId" clId="{5D914AD7-9230-47CE-8F52-5A96260F97A5}" dt="2022-11-14T03:54:50.766" v="273" actId="478"/>
          <ac:spMkLst>
            <pc:docMk/>
            <pc:sldMk cId="1034208025" sldId="281"/>
            <ac:spMk id="18" creationId="{F1914613-947E-4074-AFCA-DBBCE5DD8670}"/>
          </ac:spMkLst>
        </pc:spChg>
        <pc:spChg chg="del">
          <ac:chgData name="yoon xihyeon" userId="b03689a23d6da60b" providerId="LiveId" clId="{5D914AD7-9230-47CE-8F52-5A96260F97A5}" dt="2022-11-14T03:54:49.072" v="272" actId="478"/>
          <ac:spMkLst>
            <pc:docMk/>
            <pc:sldMk cId="1034208025" sldId="281"/>
            <ac:spMk id="19" creationId="{2CE01CC9-6B77-47D5-8BAE-075FAAFDD9E4}"/>
          </ac:spMkLst>
        </pc:spChg>
        <pc:cxnChg chg="mod">
          <ac:chgData name="yoon xihyeon" userId="b03689a23d6da60b" providerId="LiveId" clId="{5D914AD7-9230-47CE-8F52-5A96260F97A5}" dt="2022-11-14T02:56:13.025" v="18" actId="1076"/>
          <ac:cxnSpMkLst>
            <pc:docMk/>
            <pc:sldMk cId="1034208025" sldId="281"/>
            <ac:cxnSpMk id="4" creationId="{9A8E474A-6ECB-442D-8A42-7881F4DFBB2A}"/>
          </ac:cxnSpMkLst>
        </pc:cxnChg>
      </pc:sldChg>
      <pc:sldChg chg="delSp mod ord">
        <pc:chgData name="yoon xihyeon" userId="b03689a23d6da60b" providerId="LiveId" clId="{5D914AD7-9230-47CE-8F52-5A96260F97A5}" dt="2022-11-14T04:09:00.461" v="800" actId="478"/>
        <pc:sldMkLst>
          <pc:docMk/>
          <pc:sldMk cId="3524356639" sldId="286"/>
        </pc:sldMkLst>
        <pc:spChg chg="del">
          <ac:chgData name="yoon xihyeon" userId="b03689a23d6da60b" providerId="LiveId" clId="{5D914AD7-9230-47CE-8F52-5A96260F97A5}" dt="2022-11-14T04:09:00.461" v="800" actId="478"/>
          <ac:spMkLst>
            <pc:docMk/>
            <pc:sldMk cId="3524356639" sldId="286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8:42.389" v="797" actId="478"/>
        <pc:sldMkLst>
          <pc:docMk/>
          <pc:sldMk cId="3039576005" sldId="287"/>
        </pc:sldMkLst>
        <pc:spChg chg="mod">
          <ac:chgData name="yoon xihyeon" userId="b03689a23d6da60b" providerId="LiveId" clId="{5D914AD7-9230-47CE-8F52-5A96260F97A5}" dt="2022-11-14T04:08:26.756" v="794" actId="404"/>
          <ac:spMkLst>
            <pc:docMk/>
            <pc:sldMk cId="3039576005" sldId="287"/>
            <ac:spMk id="9" creationId="{7FFA9BC9-96FB-4B17-AF51-48D81692F2D7}"/>
          </ac:spMkLst>
        </pc:spChg>
        <pc:spChg chg="del mod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3" creationId="{395E5339-1C54-4ED6-B26B-49980CB5CBCB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4" creationId="{02D0422F-D06A-41DE-8CDA-E3F0EF25AD87}"/>
          </ac:spMkLst>
        </pc:spChg>
        <pc:spChg chg="del mod">
          <ac:chgData name="yoon xihyeon" userId="b03689a23d6da60b" providerId="LiveId" clId="{5D914AD7-9230-47CE-8F52-5A96260F97A5}" dt="2022-11-14T04:08:42.389" v="797" actId="478"/>
          <ac:spMkLst>
            <pc:docMk/>
            <pc:sldMk cId="3039576005" sldId="287"/>
            <ac:spMk id="15" creationId="{8815A429-0165-46F7-A030-F0DB180F3DE0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7" creationId="{328F6FD4-8AB4-4E8B-9170-4D1C5928B7DA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18" creationId="{BDA9770A-D39D-4A7F-A14E-E772054AAB72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0" creationId="{4269153D-1DEC-4CFC-87C4-EB3F768AE6D4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1" creationId="{5DEAC1AD-7D88-4E81-8571-1A0B8F3677AE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3" creationId="{1D358335-3797-481A-88A9-AA0689023883}"/>
          </ac:spMkLst>
        </pc:spChg>
        <pc:spChg chg="del">
          <ac:chgData name="yoon xihyeon" userId="b03689a23d6da60b" providerId="LiveId" clId="{5D914AD7-9230-47CE-8F52-5A96260F97A5}" dt="2022-11-14T04:07:29.585" v="790" actId="21"/>
          <ac:spMkLst>
            <pc:docMk/>
            <pc:sldMk cId="3039576005" sldId="287"/>
            <ac:spMk id="24" creationId="{9421D3E1-0BB4-4B74-A707-5BAC350839EB}"/>
          </ac:spMkLst>
        </pc:spChg>
      </pc:sldChg>
      <pc:sldChg chg="delSp modSp mod">
        <pc:chgData name="yoon xihyeon" userId="b03689a23d6da60b" providerId="LiveId" clId="{5D914AD7-9230-47CE-8F52-5A96260F97A5}" dt="2022-11-14T04:09:24.190" v="805" actId="478"/>
        <pc:sldMkLst>
          <pc:docMk/>
          <pc:sldMk cId="2139668770" sldId="288"/>
        </pc:sldMkLst>
        <pc:spChg chg="del mod">
          <ac:chgData name="yoon xihyeon" userId="b03689a23d6da60b" providerId="LiveId" clId="{5D914AD7-9230-47CE-8F52-5A96260F97A5}" dt="2022-11-14T04:09:24.190" v="805" actId="478"/>
          <ac:spMkLst>
            <pc:docMk/>
            <pc:sldMk cId="2139668770" sldId="288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18.933" v="803" actId="478"/>
        <pc:sldMkLst>
          <pc:docMk/>
          <pc:sldMk cId="1584148496" sldId="289"/>
        </pc:sldMkLst>
        <pc:spChg chg="del">
          <ac:chgData name="yoon xihyeon" userId="b03689a23d6da60b" providerId="LiveId" clId="{5D914AD7-9230-47CE-8F52-5A96260F97A5}" dt="2022-11-14T04:09:18.933" v="803" actId="478"/>
          <ac:spMkLst>
            <pc:docMk/>
            <pc:sldMk cId="1584148496" sldId="289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41.365" v="806" actId="478"/>
        <pc:sldMkLst>
          <pc:docMk/>
          <pc:sldMk cId="2952192338" sldId="290"/>
        </pc:sldMkLst>
        <pc:spChg chg="del">
          <ac:chgData name="yoon xihyeon" userId="b03689a23d6da60b" providerId="LiveId" clId="{5D914AD7-9230-47CE-8F52-5A96260F97A5}" dt="2022-11-14T04:09:41.365" v="806" actId="478"/>
          <ac:spMkLst>
            <pc:docMk/>
            <pc:sldMk cId="2952192338" sldId="290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6.395" v="808" actId="478"/>
        <pc:sldMkLst>
          <pc:docMk/>
          <pc:sldMk cId="1881078102" sldId="291"/>
        </pc:sldMkLst>
        <pc:spChg chg="del mod">
          <ac:chgData name="yoon xihyeon" userId="b03689a23d6da60b" providerId="LiveId" clId="{5D914AD7-9230-47CE-8F52-5A96260F97A5}" dt="2022-11-14T04:09:46.395" v="808" actId="478"/>
          <ac:spMkLst>
            <pc:docMk/>
            <pc:sldMk cId="1881078102" sldId="291"/>
            <ac:spMk id="15" creationId="{8815A429-0165-46F7-A030-F0DB180F3DE0}"/>
          </ac:spMkLst>
        </pc:spChg>
      </pc:sldChg>
      <pc:sldChg chg="delSp modSp mod">
        <pc:chgData name="yoon xihyeon" userId="b03689a23d6da60b" providerId="LiveId" clId="{5D914AD7-9230-47CE-8F52-5A96260F97A5}" dt="2022-11-14T04:09:49.708" v="810" actId="478"/>
        <pc:sldMkLst>
          <pc:docMk/>
          <pc:sldMk cId="3549485027" sldId="292"/>
        </pc:sldMkLst>
        <pc:spChg chg="del mod">
          <ac:chgData name="yoon xihyeon" userId="b03689a23d6da60b" providerId="LiveId" clId="{5D914AD7-9230-47CE-8F52-5A96260F97A5}" dt="2022-11-14T04:09:49.708" v="810" actId="478"/>
          <ac:spMkLst>
            <pc:docMk/>
            <pc:sldMk cId="3549485027" sldId="292"/>
            <ac:spMk id="15" creationId="{8815A429-0165-46F7-A030-F0DB180F3DE0}"/>
          </ac:spMkLst>
        </pc:spChg>
      </pc:sldChg>
      <pc:sldChg chg="delSp mod">
        <pc:chgData name="yoon xihyeon" userId="b03689a23d6da60b" providerId="LiveId" clId="{5D914AD7-9230-47CE-8F52-5A96260F97A5}" dt="2022-11-14T04:09:52.543" v="811" actId="478"/>
        <pc:sldMkLst>
          <pc:docMk/>
          <pc:sldMk cId="1438082613" sldId="293"/>
        </pc:sldMkLst>
        <pc:spChg chg="del">
          <ac:chgData name="yoon xihyeon" userId="b03689a23d6da60b" providerId="LiveId" clId="{5D914AD7-9230-47CE-8F52-5A96260F97A5}" dt="2022-11-14T04:09:52.543" v="811" actId="478"/>
          <ac:spMkLst>
            <pc:docMk/>
            <pc:sldMk cId="1438082613" sldId="293"/>
            <ac:spMk id="15" creationId="{8815A429-0165-46F7-A030-F0DB180F3DE0}"/>
          </ac:spMkLst>
        </pc:spChg>
      </pc:sldChg>
      <pc:sldChg chg="addSp modSp mod">
        <pc:chgData name="yoon xihyeon" userId="b03689a23d6da60b" providerId="LiveId" clId="{5D914AD7-9230-47CE-8F52-5A96260F97A5}" dt="2022-11-14T04:04:39.230" v="750" actId="20577"/>
        <pc:sldMkLst>
          <pc:docMk/>
          <pc:sldMk cId="1627780173" sldId="295"/>
        </pc:sldMkLst>
        <pc:spChg chg="add mod">
          <ac:chgData name="yoon xihyeon" userId="b03689a23d6da60b" providerId="LiveId" clId="{5D914AD7-9230-47CE-8F52-5A96260F97A5}" dt="2022-11-14T04:03:47.760" v="729" actId="1036"/>
          <ac:spMkLst>
            <pc:docMk/>
            <pc:sldMk cId="1627780173" sldId="295"/>
            <ac:spMk id="2" creationId="{DDE284A1-06BB-AEF6-CC6C-FF63F7DABC50}"/>
          </ac:spMkLst>
        </pc:spChg>
        <pc:spChg chg="mod">
          <ac:chgData name="yoon xihyeon" userId="b03689a23d6da60b" providerId="LiveId" clId="{5D914AD7-9230-47CE-8F52-5A96260F97A5}" dt="2022-11-14T04:04:39.230" v="750" actId="20577"/>
          <ac:spMkLst>
            <pc:docMk/>
            <pc:sldMk cId="1627780173" sldId="295"/>
            <ac:spMk id="6" creationId="{52457443-236A-4B97-AB90-9C203498A48B}"/>
          </ac:spMkLst>
        </pc:spChg>
      </pc:sldChg>
      <pc:sldChg chg="delSp modSp mod">
        <pc:chgData name="yoon xihyeon" userId="b03689a23d6da60b" providerId="LiveId" clId="{5D914AD7-9230-47CE-8F52-5A96260F97A5}" dt="2022-11-14T04:03:57.074" v="730" actId="1035"/>
        <pc:sldMkLst>
          <pc:docMk/>
          <pc:sldMk cId="1503160340" sldId="298"/>
        </pc:sldMkLst>
        <pc:spChg chg="del mod">
          <ac:chgData name="yoon xihyeon" userId="b03689a23d6da60b" providerId="LiveId" clId="{5D914AD7-9230-47CE-8F52-5A96260F97A5}" dt="2022-11-14T03:51:59.232" v="188" actId="478"/>
          <ac:spMkLst>
            <pc:docMk/>
            <pc:sldMk cId="1503160340" sldId="298"/>
            <ac:spMk id="5" creationId="{FEF534C6-FC61-4EA2-8855-1A1004EB5117}"/>
          </ac:spMkLst>
        </pc:spChg>
        <pc:spChg chg="mod">
          <ac:chgData name="yoon xihyeon" userId="b03689a23d6da60b" providerId="LiveId" clId="{5D914AD7-9230-47CE-8F52-5A96260F97A5}" dt="2022-11-14T04:03:57.074" v="730" actId="1035"/>
          <ac:spMkLst>
            <pc:docMk/>
            <pc:sldMk cId="1503160340" sldId="298"/>
            <ac:spMk id="7" creationId="{F2894A62-3A98-4459-B069-8674BB246AAC}"/>
          </ac:spMkLst>
        </pc:spChg>
        <pc:picChg chg="del">
          <ac:chgData name="yoon xihyeon" userId="b03689a23d6da60b" providerId="LiveId" clId="{5D914AD7-9230-47CE-8F52-5A96260F97A5}" dt="2022-11-14T04:03:18.261" v="726" actId="478"/>
          <ac:picMkLst>
            <pc:docMk/>
            <pc:sldMk cId="1503160340" sldId="298"/>
            <ac:picMk id="6" creationId="{4D7477A6-39A8-4642-8DC6-EE96DDA7AC2D}"/>
          </ac:picMkLst>
        </pc:picChg>
      </pc:sldChg>
      <pc:sldChg chg="modSp add mod">
        <pc:chgData name="yoon xihyeon" userId="b03689a23d6da60b" providerId="LiveId" clId="{5D914AD7-9230-47CE-8F52-5A96260F97A5}" dt="2022-11-14T04:04:29.780" v="736" actId="20577"/>
        <pc:sldMkLst>
          <pc:docMk/>
          <pc:sldMk cId="2322387484" sldId="300"/>
        </pc:sldMkLst>
        <pc:spChg chg="mod">
          <ac:chgData name="yoon xihyeon" userId="b03689a23d6da60b" providerId="LiveId" clId="{5D914AD7-9230-47CE-8F52-5A96260F97A5}" dt="2022-11-14T04:04:29.780" v="736" actId="20577"/>
          <ac:spMkLst>
            <pc:docMk/>
            <pc:sldMk cId="2322387484" sldId="300"/>
            <ac:spMk id="6" creationId="{52457443-236A-4B97-AB90-9C203498A48B}"/>
          </ac:spMkLst>
        </pc:spChg>
      </pc:sldChg>
      <pc:sldChg chg="add del">
        <pc:chgData name="yoon xihyeon" userId="b03689a23d6da60b" providerId="LiveId" clId="{5D914AD7-9230-47CE-8F52-5A96260F97A5}" dt="2022-11-14T04:04:43.487" v="751" actId="47"/>
        <pc:sldMkLst>
          <pc:docMk/>
          <pc:sldMk cId="2272485096" sldId="301"/>
        </pc:sldMkLst>
      </pc:sldChg>
      <pc:sldChg chg="delSp modSp add mod">
        <pc:chgData name="yoon xihyeon" userId="b03689a23d6da60b" providerId="LiveId" clId="{5D914AD7-9230-47CE-8F52-5A96260F97A5}" dt="2022-11-14T04:05:32.134" v="771" actId="478"/>
        <pc:sldMkLst>
          <pc:docMk/>
          <pc:sldMk cId="2365036064" sldId="301"/>
        </pc:sldMkLst>
        <pc:spChg chg="mod">
          <ac:chgData name="yoon xihyeon" userId="b03689a23d6da60b" providerId="LiveId" clId="{5D914AD7-9230-47CE-8F52-5A96260F97A5}" dt="2022-11-14T04:04:57.274" v="765" actId="14100"/>
          <ac:spMkLst>
            <pc:docMk/>
            <pc:sldMk cId="2365036064" sldId="301"/>
            <ac:spMk id="2" creationId="{DDE284A1-06BB-AEF6-CC6C-FF63F7DABC50}"/>
          </ac:spMkLst>
        </pc:spChg>
        <pc:spChg chg="del mod">
          <ac:chgData name="yoon xihyeon" userId="b03689a23d6da60b" providerId="LiveId" clId="{5D914AD7-9230-47CE-8F52-5A96260F97A5}" dt="2022-11-14T04:05:32.134" v="771" actId="478"/>
          <ac:spMkLst>
            <pc:docMk/>
            <pc:sldMk cId="2365036064" sldId="301"/>
            <ac:spMk id="5" creationId="{1EB95980-B21E-481E-BF88-C25A52D77758}"/>
          </ac:spMkLst>
        </pc:spChg>
        <pc:spChg chg="del mod">
          <ac:chgData name="yoon xihyeon" userId="b03689a23d6da60b" providerId="LiveId" clId="{5D914AD7-9230-47CE-8F52-5A96260F97A5}" dt="2022-11-14T04:05:24.861" v="769" actId="478"/>
          <ac:spMkLst>
            <pc:docMk/>
            <pc:sldMk cId="2365036064" sldId="301"/>
            <ac:spMk id="6" creationId="{52457443-236A-4B97-AB90-9C203498A48B}"/>
          </ac:spMkLst>
        </pc:spChg>
      </pc:sldChg>
      <pc:sldChg chg="add">
        <pc:chgData name="yoon xihyeon" userId="b03689a23d6da60b" providerId="LiveId" clId="{5D914AD7-9230-47CE-8F52-5A96260F97A5}" dt="2022-11-14T04:05:05.577" v="767" actId="2890"/>
        <pc:sldMkLst>
          <pc:docMk/>
          <pc:sldMk cId="1979499213" sldId="302"/>
        </pc:sldMkLst>
      </pc:sldChg>
      <pc:sldChg chg="add">
        <pc:chgData name="yoon xihyeon" userId="b03689a23d6da60b" providerId="LiveId" clId="{5D914AD7-9230-47CE-8F52-5A96260F97A5}" dt="2022-11-14T04:05:09.239" v="768" actId="2890"/>
        <pc:sldMkLst>
          <pc:docMk/>
          <pc:sldMk cId="650056831" sldId="303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1.xml"/><Relationship Id="rId2" Type="http://schemas.microsoft.com/office/2011/relationships/chartStyle" Target="style1.xml"/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D25-4A48-A956-B69DE8B93D7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D25-4A48-A956-B69DE8B93D7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D25-4A48-A956-B69DE8B93D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0"/>
        <c:overlap val="100"/>
        <c:serLines>
          <c:spPr>
            <a:ln w="9525" cap="flat" cmpd="sng" algn="ctr">
              <a:solidFill>
                <a:schemeClr val="tx1">
                  <a:lumMod val="35000"/>
                  <a:lumOff val="65000"/>
                </a:schemeClr>
              </a:solidFill>
              <a:round/>
            </a:ln>
            <a:effectLst/>
          </c:spPr>
        </c:serLines>
        <c:axId val="714869480"/>
        <c:axId val="714874072"/>
      </c:barChart>
      <c:catAx>
        <c:axId val="714869480"/>
        <c:scaling>
          <c:orientation val="minMax"/>
        </c:scaling>
        <c:delete val="0"/>
        <c:axPos val="b"/>
        <c:title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714874072"/>
        <c:crosses val="autoZero"/>
        <c:auto val="1"/>
        <c:lblAlgn val="ctr"/>
        <c:lblOffset val="100"/>
        <c:noMultiLvlLbl val="0"/>
      </c:catAx>
      <c:valAx>
        <c:axId val="714874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7148694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3AA-477A-835F-06320E4F67A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계열 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3AA-477A-835F-06320E4F67A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계열 3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항목 1</c:v>
                </c:pt>
                <c:pt idx="1">
                  <c:v>항목 2</c:v>
                </c:pt>
                <c:pt idx="2">
                  <c:v>항목 3</c:v>
                </c:pt>
                <c:pt idx="3">
                  <c:v>항목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3AA-477A-835F-06320E4F67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541821168"/>
        <c:axId val="541821496"/>
      </c:barChart>
      <c:catAx>
        <c:axId val="5418211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496"/>
        <c:crosses val="autoZero"/>
        <c:auto val="1"/>
        <c:lblAlgn val="ctr"/>
        <c:lblOffset val="100"/>
        <c:noMultiLvlLbl val="0"/>
      </c:catAx>
      <c:valAx>
        <c:axId val="54182149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33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ko-KR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541821168"/>
        <c:crosses val="autoZero"/>
        <c:crossBetween val="between"/>
      </c:valAx>
      <c:dTable>
        <c:showHorzBorder val="1"/>
        <c:showVertBorder val="1"/>
        <c:showOutline val="1"/>
        <c:showKeys val="1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vert="horz" wrap="square" anchor="ctr" anchorCtr="1"/>
          <a:lstStyle/>
          <a:p>
            <a:pPr rtl="0"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</c:dTable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solidFill>
        <a:schemeClr val="bg1">
          <a:lumMod val="75000"/>
        </a:schemeClr>
      </a:solidFill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 dir="row">Sheet1!$A$2:$A$5</cx:f>
        <cx:lvl ptCount="4">
          <cx:pt idx="0">항목 1</cx:pt>
          <cx:pt idx="1">항목 2</cx:pt>
          <cx:pt idx="2">항목 3</cx:pt>
          <cx:pt idx="3">항목 4</cx:pt>
        </cx:lvl>
      </cx:strDim>
      <cx:numDim type="size">
        <cx:f dir="row">Sheet1!$B$2:$B$5</cx:f>
        <cx:lvl ptCount="4" formatCode="General">
          <cx:pt idx="0">4.2999999999999998</cx:pt>
          <cx:pt idx="1">2.5</cx:pt>
          <cx:pt idx="2">3.5</cx:pt>
          <cx:pt idx="3">4.5</cx:pt>
        </cx:lvl>
      </cx:numDim>
    </cx:data>
    <cx:data id="1">
      <cx:strDim type="cat">
        <cx:f dir="row">Sheet1!$A$2:$A$5</cx:f>
        <cx:lvl ptCount="4">
          <cx:pt idx="0">항목 1</cx:pt>
          <cx:pt idx="1">항목 2</cx:pt>
          <cx:pt idx="2">항목 3</cx:pt>
          <cx:pt idx="3">항목 4</cx:pt>
        </cx:lvl>
      </cx:strDim>
      <cx:numDim type="size">
        <cx:f dir="row">Sheet1!$C$2:$C$5</cx:f>
        <cx:lvl ptCount="4" formatCode="General">
          <cx:pt idx="0">2.3999999999999999</cx:pt>
          <cx:pt idx="1">4.4000000000000004</cx:pt>
          <cx:pt idx="2">1.8</cx:pt>
          <cx:pt idx="3">2.7999999999999998</cx:pt>
        </cx:lvl>
      </cx:numDim>
    </cx:data>
    <cx:data id="2">
      <cx:strDim type="cat">
        <cx:f dir="row">Sheet1!$A$2:$A$5</cx:f>
        <cx:lvl ptCount="4">
          <cx:pt idx="0">항목 1</cx:pt>
          <cx:pt idx="1">항목 2</cx:pt>
          <cx:pt idx="2">항목 3</cx:pt>
          <cx:pt idx="3">항목 4</cx:pt>
        </cx:lvl>
      </cx:strDim>
      <cx:numDim type="size">
        <cx:f dir="row">Sheet1!$D$2:$D$5</cx:f>
        <cx:lvl ptCount="4" formatCode="General">
          <cx:pt idx="0">2</cx:pt>
          <cx:pt idx="1">2</cx:pt>
          <cx:pt idx="2">3</cx:pt>
          <cx:pt idx="3">5</cx:pt>
        </cx:lvl>
      </cx:numDim>
    </cx:data>
  </cx:chartData>
  <cx:chart>
    <cx:plotArea>
      <cx:plotAreaRegion>
        <cx:series layoutId="sunburst" uniqueId="{8943530E-494E-4D8E-A1EC-226820695DBE}" formatIdx="0">
          <cx:tx>
            <cx:txData>
              <cx:f>Sheet1!$B$1</cx:f>
              <cx:v>계열 1</cx:v>
            </cx:txData>
          </cx:tx>
          <cx:dataId val="0"/>
        </cx:series>
        <cx:series layoutId="sunburst" hidden="1" uniqueId="{43DB5B30-1B8D-4017-BA13-787277C8E549}" formatIdx="1">
          <cx:tx>
            <cx:txData>
              <cx:f>Sheet1!$C$1</cx:f>
              <cx:v>계열 2</cx:v>
            </cx:txData>
          </cx:tx>
          <cx:dataId val="1"/>
        </cx:series>
        <cx:series layoutId="sunburst" hidden="1" uniqueId="{400F8934-E055-4E8F-B6DC-A89A9DCA6659}" formatIdx="2">
          <cx:tx>
            <cx:txData>
              <cx:f>Sheet1!$D$1</cx:f>
              <cx:v>계열 3</cx:v>
            </cx:txData>
          </cx:tx>
          <cx:dataId val="2"/>
        </cx:series>
      </cx:plotAreaRegion>
    </cx:plotArea>
    <cx:legend pos="t" align="ctr" overlay="0">
      <cx:txPr>
        <a:bodyPr spcFirstLastPara="1" vertOverflow="ellipsis" horzOverflow="overflow" wrap="square" lIns="0" tIns="0" rIns="0" bIns="0" anchor="ctr" anchorCtr="1"/>
        <a:lstStyle/>
        <a:p>
          <a:pPr algn="ctr" rtl="0">
            <a:defRPr spc="-150">
              <a:latin typeface="+mj-ea"/>
              <a:ea typeface="+mj-ea"/>
              <a:cs typeface="나눔스퀘어 Bold" panose="020B0600000101010101" pitchFamily="50" charset="-127"/>
            </a:defRPr>
          </a:pPr>
          <a:endParaRPr lang="ko-KR" altLang="en-US" sz="1197" b="0" i="0" u="none" strike="noStrike" kern="1200" spc="-150" baseline="0">
            <a:solidFill>
              <a:prstClr val="black">
                <a:lumMod val="65000"/>
                <a:lumOff val="35000"/>
              </a:prstClr>
            </a:solidFill>
            <a:latin typeface="+mj-ea"/>
            <a:ea typeface="+mj-ea"/>
          </a:endParaRPr>
        </a:p>
      </cx:txPr>
    </cx:legend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805A20D-F2F5-47F0-8080-05D35CFDA825}" type="doc">
      <dgm:prSet loTypeId="urn:microsoft.com/office/officeart/2005/8/layout/pyramid4" loCatId="pyramid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pPr latinLnBrk="1"/>
          <a:endParaRPr lang="ko-KR" altLang="en-US"/>
        </a:p>
      </dgm:t>
    </dgm:pt>
    <dgm:pt modelId="{6B810CAF-69C9-44E5-8531-5F8E95A84DC8}">
      <dgm:prSet phldrT="[텍스트]" phldr="1"/>
      <dgm:spPr>
        <a:solidFill>
          <a:schemeClr val="accent2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BA28E29-FF9E-4C09-BE7A-52FCB2A66358}" type="par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8D132F9E-1D03-4C6A-B411-E6D8C4C40B66}" type="sibTrans" cxnId="{2C442EBA-B146-4029-A38F-59588057EDC8}">
      <dgm:prSet/>
      <dgm:spPr/>
      <dgm:t>
        <a:bodyPr/>
        <a:lstStyle/>
        <a:p>
          <a:pPr latinLnBrk="1"/>
          <a:endParaRPr lang="ko-KR" altLang="en-US"/>
        </a:p>
      </dgm:t>
    </dgm:pt>
    <dgm:pt modelId="{78D8015C-6AA4-4207-A5A1-DCC2C049FB59}">
      <dgm:prSet phldrT="[텍스트]" phldr="1"/>
      <dgm:spPr>
        <a:solidFill>
          <a:schemeClr val="accent5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DA56A909-994D-4166-B8B6-0281292AB860}" type="par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B6916096-5D96-4C27-87F4-31BA8265526E}" type="sibTrans" cxnId="{61892777-83D6-4071-AF44-FEFFCB02BFF1}">
      <dgm:prSet/>
      <dgm:spPr/>
      <dgm:t>
        <a:bodyPr/>
        <a:lstStyle/>
        <a:p>
          <a:pPr latinLnBrk="1"/>
          <a:endParaRPr lang="ko-KR" altLang="en-US"/>
        </a:p>
      </dgm:t>
    </dgm:pt>
    <dgm:pt modelId="{6F6C166C-1D77-46C9-9DA4-6045ADB30E6E}">
      <dgm:prSet phldrT="[텍스트]" phldr="1"/>
      <dgm:spPr>
        <a:solidFill>
          <a:schemeClr val="accent3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5BF0A6A0-DE75-472C-9E5F-7712D0357BDE}" type="par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DC377749-6F1C-490F-8E65-08E8C4192831}" type="sibTrans" cxnId="{DC15C975-B69D-4816-9772-87D50DDB9974}">
      <dgm:prSet/>
      <dgm:spPr/>
      <dgm:t>
        <a:bodyPr/>
        <a:lstStyle/>
        <a:p>
          <a:pPr latinLnBrk="1"/>
          <a:endParaRPr lang="ko-KR" altLang="en-US"/>
        </a:p>
      </dgm:t>
    </dgm:pt>
    <dgm:pt modelId="{9F5C42F9-EB50-41D6-9D2A-8F8AEDE70C73}">
      <dgm:prSet phldrT="[텍스트]" phldr="1"/>
      <dgm:spPr>
        <a:solidFill>
          <a:schemeClr val="accent6"/>
        </a:solidFill>
        <a:ln>
          <a:noFill/>
        </a:ln>
      </dgm:spPr>
      <dgm:t>
        <a:bodyPr/>
        <a:lstStyle/>
        <a:p>
          <a:pPr latinLnBrk="1"/>
          <a:endParaRPr lang="ko-KR" altLang="en-US" dirty="0"/>
        </a:p>
      </dgm:t>
    </dgm:pt>
    <dgm:pt modelId="{95D8A966-D41F-47DE-BEF7-DA8AB84F4DC6}" type="par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EFF7A2A5-260B-4524-B45B-07BBD270A5C2}" type="sibTrans" cxnId="{4CCE2588-5D3B-4024-9EC4-B41FC6CE5309}">
      <dgm:prSet/>
      <dgm:spPr/>
      <dgm:t>
        <a:bodyPr/>
        <a:lstStyle/>
        <a:p>
          <a:pPr latinLnBrk="1"/>
          <a:endParaRPr lang="ko-KR" altLang="en-US"/>
        </a:p>
      </dgm:t>
    </dgm:pt>
    <dgm:pt modelId="{8E3EB531-51BD-49BD-90B2-ED9485ADCCAA}" type="pres">
      <dgm:prSet presAssocID="{B805A20D-F2F5-47F0-8080-05D35CFDA825}" presName="compositeShape" presStyleCnt="0">
        <dgm:presLayoutVars>
          <dgm:chMax val="9"/>
          <dgm:dir/>
          <dgm:resizeHandles val="exact"/>
        </dgm:presLayoutVars>
      </dgm:prSet>
      <dgm:spPr/>
    </dgm:pt>
    <dgm:pt modelId="{D3880A27-8B22-4BE4-80A3-5AF693B1E673}" type="pres">
      <dgm:prSet presAssocID="{B805A20D-F2F5-47F0-8080-05D35CFDA825}" presName="triangle1" presStyleLbl="node1" presStyleIdx="0" presStyleCnt="4">
        <dgm:presLayoutVars>
          <dgm:bulletEnabled val="1"/>
        </dgm:presLayoutVars>
      </dgm:prSet>
      <dgm:spPr/>
    </dgm:pt>
    <dgm:pt modelId="{B9081641-3E3E-4D63-BDE6-FED6BAA54B1C}" type="pres">
      <dgm:prSet presAssocID="{B805A20D-F2F5-47F0-8080-05D35CFDA825}" presName="triangle2" presStyleLbl="node1" presStyleIdx="1" presStyleCnt="4">
        <dgm:presLayoutVars>
          <dgm:bulletEnabled val="1"/>
        </dgm:presLayoutVars>
      </dgm:prSet>
      <dgm:spPr/>
    </dgm:pt>
    <dgm:pt modelId="{4C9C0468-2CFC-4773-A99A-8EC2169C7EA7}" type="pres">
      <dgm:prSet presAssocID="{B805A20D-F2F5-47F0-8080-05D35CFDA825}" presName="triangle3" presStyleLbl="node1" presStyleIdx="2" presStyleCnt="4">
        <dgm:presLayoutVars>
          <dgm:bulletEnabled val="1"/>
        </dgm:presLayoutVars>
      </dgm:prSet>
      <dgm:spPr/>
    </dgm:pt>
    <dgm:pt modelId="{230401A8-E534-40EF-9B07-4F9CCF86AA7E}" type="pres">
      <dgm:prSet presAssocID="{B805A20D-F2F5-47F0-8080-05D35CFDA825}" presName="triangle4" presStyleLbl="node1" presStyleIdx="3" presStyleCnt="4">
        <dgm:presLayoutVars>
          <dgm:bulletEnabled val="1"/>
        </dgm:presLayoutVars>
      </dgm:prSet>
      <dgm:spPr/>
    </dgm:pt>
  </dgm:ptLst>
  <dgm:cxnLst>
    <dgm:cxn modelId="{8896FB25-F4ED-4CB9-B0B6-18A354F9B679}" type="presOf" srcId="{B805A20D-F2F5-47F0-8080-05D35CFDA825}" destId="{8E3EB531-51BD-49BD-90B2-ED9485ADCCAA}" srcOrd="0" destOrd="0" presId="urn:microsoft.com/office/officeart/2005/8/layout/pyramid4"/>
    <dgm:cxn modelId="{DC15C975-B69D-4816-9772-87D50DDB9974}" srcId="{B805A20D-F2F5-47F0-8080-05D35CFDA825}" destId="{6F6C166C-1D77-46C9-9DA4-6045ADB30E6E}" srcOrd="2" destOrd="0" parTransId="{5BF0A6A0-DE75-472C-9E5F-7712D0357BDE}" sibTransId="{DC377749-6F1C-490F-8E65-08E8C4192831}"/>
    <dgm:cxn modelId="{61892777-83D6-4071-AF44-FEFFCB02BFF1}" srcId="{B805A20D-F2F5-47F0-8080-05D35CFDA825}" destId="{78D8015C-6AA4-4207-A5A1-DCC2C049FB59}" srcOrd="1" destOrd="0" parTransId="{DA56A909-994D-4166-B8B6-0281292AB860}" sibTransId="{B6916096-5D96-4C27-87F4-31BA8265526E}"/>
    <dgm:cxn modelId="{4CCE2588-5D3B-4024-9EC4-B41FC6CE5309}" srcId="{B805A20D-F2F5-47F0-8080-05D35CFDA825}" destId="{9F5C42F9-EB50-41D6-9D2A-8F8AEDE70C73}" srcOrd="3" destOrd="0" parTransId="{95D8A966-D41F-47DE-BEF7-DA8AB84F4DC6}" sibTransId="{EFF7A2A5-260B-4524-B45B-07BBD270A5C2}"/>
    <dgm:cxn modelId="{B8048F95-8300-4784-ADF2-D160E4E70161}" type="presOf" srcId="{6F6C166C-1D77-46C9-9DA4-6045ADB30E6E}" destId="{4C9C0468-2CFC-4773-A99A-8EC2169C7EA7}" srcOrd="0" destOrd="0" presId="urn:microsoft.com/office/officeart/2005/8/layout/pyramid4"/>
    <dgm:cxn modelId="{2E9B32A3-4CEB-4B79-BDB0-88BA6D440ABD}" type="presOf" srcId="{9F5C42F9-EB50-41D6-9D2A-8F8AEDE70C73}" destId="{230401A8-E534-40EF-9B07-4F9CCF86AA7E}" srcOrd="0" destOrd="0" presId="urn:microsoft.com/office/officeart/2005/8/layout/pyramid4"/>
    <dgm:cxn modelId="{2C442EBA-B146-4029-A38F-59588057EDC8}" srcId="{B805A20D-F2F5-47F0-8080-05D35CFDA825}" destId="{6B810CAF-69C9-44E5-8531-5F8E95A84DC8}" srcOrd="0" destOrd="0" parTransId="{DBA28E29-FF9E-4C09-BE7A-52FCB2A66358}" sibTransId="{8D132F9E-1D03-4C6A-B411-E6D8C4C40B66}"/>
    <dgm:cxn modelId="{591B01DD-B456-4E8A-B66B-588A4FDDC39C}" type="presOf" srcId="{78D8015C-6AA4-4207-A5A1-DCC2C049FB59}" destId="{B9081641-3E3E-4D63-BDE6-FED6BAA54B1C}" srcOrd="0" destOrd="0" presId="urn:microsoft.com/office/officeart/2005/8/layout/pyramid4"/>
    <dgm:cxn modelId="{3543C7DD-0322-4AA2-A180-2F2000177D4D}" type="presOf" srcId="{6B810CAF-69C9-44E5-8531-5F8E95A84DC8}" destId="{D3880A27-8B22-4BE4-80A3-5AF693B1E673}" srcOrd="0" destOrd="0" presId="urn:microsoft.com/office/officeart/2005/8/layout/pyramid4"/>
    <dgm:cxn modelId="{FF46343E-7C4C-490E-A6EB-22C35C49F2AF}" type="presParOf" srcId="{8E3EB531-51BD-49BD-90B2-ED9485ADCCAA}" destId="{D3880A27-8B22-4BE4-80A3-5AF693B1E673}" srcOrd="0" destOrd="0" presId="urn:microsoft.com/office/officeart/2005/8/layout/pyramid4"/>
    <dgm:cxn modelId="{23661BD5-1EE0-4824-8ECA-E62E8FE3BF50}" type="presParOf" srcId="{8E3EB531-51BD-49BD-90B2-ED9485ADCCAA}" destId="{B9081641-3E3E-4D63-BDE6-FED6BAA54B1C}" srcOrd="1" destOrd="0" presId="urn:microsoft.com/office/officeart/2005/8/layout/pyramid4"/>
    <dgm:cxn modelId="{39E1C071-4FF1-4D7B-9D8A-39EB38DE11E0}" type="presParOf" srcId="{8E3EB531-51BD-49BD-90B2-ED9485ADCCAA}" destId="{4C9C0468-2CFC-4773-A99A-8EC2169C7EA7}" srcOrd="2" destOrd="0" presId="urn:microsoft.com/office/officeart/2005/8/layout/pyramid4"/>
    <dgm:cxn modelId="{DAF8B0D2-B4FD-4A36-B188-1BD2CAA3DF7C}" type="presParOf" srcId="{8E3EB531-51BD-49BD-90B2-ED9485ADCCAA}" destId="{230401A8-E534-40EF-9B07-4F9CCF86AA7E}" srcOrd="3" destOrd="0" presId="urn:microsoft.com/office/officeart/2005/8/layout/pyramid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880A27-8B22-4BE4-80A3-5AF693B1E673}">
      <dsp:nvSpPr>
        <dsp:cNvPr id="0" name=""/>
        <dsp:cNvSpPr/>
      </dsp:nvSpPr>
      <dsp:spPr>
        <a:xfrm>
          <a:off x="1749425" y="0"/>
          <a:ext cx="1911349" cy="1911349"/>
        </a:xfrm>
        <a:prstGeom prst="triangle">
          <a:avLst/>
        </a:prstGeom>
        <a:solidFill>
          <a:schemeClr val="accent2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2227262" y="955675"/>
        <a:ext cx="955675" cy="955674"/>
      </dsp:txXfrm>
    </dsp:sp>
    <dsp:sp modelId="{B9081641-3E3E-4D63-BDE6-FED6BAA54B1C}">
      <dsp:nvSpPr>
        <dsp:cNvPr id="0" name=""/>
        <dsp:cNvSpPr/>
      </dsp:nvSpPr>
      <dsp:spPr>
        <a:xfrm>
          <a:off x="793750" y="1911349"/>
          <a:ext cx="1911349" cy="1911349"/>
        </a:xfrm>
        <a:prstGeom prst="triangle">
          <a:avLst/>
        </a:prstGeom>
        <a:solidFill>
          <a:schemeClr val="accent5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1271587" y="2867024"/>
        <a:ext cx="955675" cy="955674"/>
      </dsp:txXfrm>
    </dsp:sp>
    <dsp:sp modelId="{4C9C0468-2CFC-4773-A99A-8EC2169C7EA7}">
      <dsp:nvSpPr>
        <dsp:cNvPr id="0" name=""/>
        <dsp:cNvSpPr/>
      </dsp:nvSpPr>
      <dsp:spPr>
        <a:xfrm rot="10800000">
          <a:off x="1749425" y="1911349"/>
          <a:ext cx="1911349" cy="1911349"/>
        </a:xfrm>
        <a:prstGeom prst="triangle">
          <a:avLst/>
        </a:prstGeom>
        <a:solidFill>
          <a:schemeClr val="accent3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 rot="10800000">
        <a:off x="2227262" y="1911349"/>
        <a:ext cx="955675" cy="955674"/>
      </dsp:txXfrm>
    </dsp:sp>
    <dsp:sp modelId="{230401A8-E534-40EF-9B07-4F9CCF86AA7E}">
      <dsp:nvSpPr>
        <dsp:cNvPr id="0" name=""/>
        <dsp:cNvSpPr/>
      </dsp:nvSpPr>
      <dsp:spPr>
        <a:xfrm>
          <a:off x="2705100" y="1911349"/>
          <a:ext cx="1911349" cy="1911349"/>
        </a:xfrm>
        <a:prstGeom prst="triangle">
          <a:avLst/>
        </a:prstGeom>
        <a:solidFill>
          <a:schemeClr val="accent6"/>
        </a:solid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ko-KR" altLang="en-US" sz="1900" kern="1200" dirty="0"/>
        </a:p>
      </dsp:txBody>
      <dsp:txXfrm>
        <a:off x="3182937" y="2867024"/>
        <a:ext cx="955675" cy="95567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4">
  <dgm:title val=""/>
  <dgm:desc val=""/>
  <dgm:catLst>
    <dgm:cat type="pyramid" pri="4000"/>
    <dgm:cat type="relationship" pri="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compositeShape">
    <dgm:varLst>
      <dgm:chMax val="9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lte" val="4">
        <dgm:choose name="Name2">
          <dgm:if name="Name3" axis="ch" ptType="node" func="cnt" op="equ" val="1">
            <dgm:constrLst>
              <dgm:constr type="primFontSz" for="ch" ptType="node" op="equ" val="65"/>
              <dgm:constr type="t" for="ch" forName="triangle1"/>
              <dgm:constr type="l" for="ch" forName="triangle1"/>
              <dgm:constr type="h" for="ch" forName="triangle1" refType="h"/>
              <dgm:constr type="w" for="ch" forName="triangle1" refType="h"/>
            </dgm:constrLst>
          </dgm:if>
          <dgm:else name="Name4">
            <dgm:constrLst>
              <dgm:constr type="primFontSz" for="ch" ptType="node" op="equ" val="65"/>
              <dgm:constr type="t" for="ch" forName="triangle1"/>
              <dgm:constr type="l" for="ch" forName="triangle1" refType="h" fact="0.25"/>
              <dgm:constr type="h" for="ch" forName="triangle1" refType="h" fact="0.5"/>
              <dgm:constr type="w" for="ch" forName="triangle1" refType="h" fact="0.5"/>
              <dgm:constr type="t" for="ch" forName="triangle2" refType="h" fact="0.5"/>
              <dgm:constr type="l" for="ch" forName="triangle2"/>
              <dgm:constr type="h" for="ch" forName="triangle2" refType="h" fact="0.5"/>
              <dgm:constr type="w" for="ch" forName="triangle2" refType="h" fact="0.5"/>
              <dgm:constr type="t" for="ch" forName="triangle3" refType="h" fact="0.5"/>
              <dgm:constr type="l" for="ch" forName="triangle3" refType="h" fact="0.25"/>
              <dgm:constr type="h" for="ch" forName="triangle3" refType="h" fact="0.5"/>
              <dgm:constr type="w" for="ch" forName="triangle3" refType="h" fact="0.5"/>
              <dgm:constr type="t" for="ch" forName="triangle4" refType="h" fact="0.5"/>
              <dgm:constr type="l" for="ch" forName="triangle4" refType="h" fact="0.5"/>
              <dgm:constr type="h" for="ch" forName="triangle4" refType="h" fact="0.5"/>
              <dgm:constr type="w" for="ch" forName="triangle4" refType="h" fact="0.5"/>
            </dgm:constrLst>
          </dgm:else>
        </dgm:choose>
      </dgm:if>
      <dgm:else name="Name5">
        <dgm:constrLst>
          <dgm:constr type="primFontSz" for="ch" ptType="node" op="equ" val="65"/>
          <dgm:constr type="t" for="ch" forName="triangle1"/>
          <dgm:constr type="l" for="ch" forName="triangle1" refType="h" fact="0.33"/>
          <dgm:constr type="h" for="ch" forName="triangle1" refType="h" fact="0.33"/>
          <dgm:constr type="w" for="ch" forName="triangle1" refType="h" fact="0.33"/>
          <dgm:constr type="t" for="ch" forName="triangle2" refType="h" fact="0.33"/>
          <dgm:constr type="l" for="ch" forName="triangle2" refType="h" fact="0.165"/>
          <dgm:constr type="h" for="ch" forName="triangle2" refType="h" fact="0.33"/>
          <dgm:constr type="w" for="ch" forName="triangle2" refType="h" fact="0.33"/>
          <dgm:constr type="t" for="ch" forName="triangle3" refType="h" fact="0.33"/>
          <dgm:constr type="l" for="ch" forName="triangle3" refType="h" fact="0.33"/>
          <dgm:constr type="h" for="ch" forName="triangle3" refType="h" fact="0.33"/>
          <dgm:constr type="w" for="ch" forName="triangle3" refType="h" fact="0.33"/>
          <dgm:constr type="t" for="ch" forName="triangle4" refType="h" fact="0.33"/>
          <dgm:constr type="l" for="ch" forName="triangle4" refType="h" fact="0.495"/>
          <dgm:constr type="h" for="ch" forName="triangle4" refType="h" fact="0.33"/>
          <dgm:constr type="w" for="ch" forName="triangle4" refType="h" fact="0.33"/>
          <dgm:constr type="t" for="ch" forName="triangle5" refType="h" fact="0.66"/>
          <dgm:constr type="l" for="ch" forName="triangle5"/>
          <dgm:constr type="h" for="ch" forName="triangle5" refType="h" fact="0.33"/>
          <dgm:constr type="w" for="ch" forName="triangle5" refType="h" fact="0.33"/>
          <dgm:constr type="t" for="ch" forName="triangle6" refType="h" fact="0.66"/>
          <dgm:constr type="l" for="ch" forName="triangle6" refType="h" fact="0.165"/>
          <dgm:constr type="h" for="ch" forName="triangle6" refType="h" fact="0.33"/>
          <dgm:constr type="w" for="ch" forName="triangle6" refType="h" fact="0.33"/>
          <dgm:constr type="t" for="ch" forName="triangle7" refType="h" fact="0.66"/>
          <dgm:constr type="l" for="ch" forName="triangle7" refType="h" fact="0.33"/>
          <dgm:constr type="h" for="ch" forName="triangle7" refType="h" fact="0.33"/>
          <dgm:constr type="w" for="ch" forName="triangle7" refType="h" fact="0.33"/>
          <dgm:constr type="t" for="ch" forName="triangle8" refType="h" fact="0.66"/>
          <dgm:constr type="l" for="ch" forName="triangle8" refType="h" fact="0.495"/>
          <dgm:constr type="h" for="ch" forName="triangle8" refType="h" fact="0.33"/>
          <dgm:constr type="w" for="ch" forName="triangle8" refType="h" fact="0.33"/>
          <dgm:constr type="t" for="ch" forName="triangle9" refType="h" fact="0.66"/>
          <dgm:constr type="l" for="ch" forName="triangle9" refType="h" fact="0.66"/>
          <dgm:constr type="h" for="ch" forName="triangle9" refType="h" fact="0.33"/>
          <dgm:constr type="w" for="ch" forName="triangle9" refType="h" fact="0.33"/>
        </dgm:constrLst>
      </dgm:else>
    </dgm:choose>
    <dgm:ruleLst/>
    <dgm:choose name="Name6">
      <dgm:if name="Name7" axis="ch" ptType="node" func="cnt" op="gte" val="1">
        <dgm:layoutNode name="triangle1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8"/>
    </dgm:choose>
    <dgm:choose name="Name9">
      <dgm:if name="Name10" axis="ch" ptType="node" func="cnt" op="gte" val="2">
        <dgm:layoutNode name="triangle2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1">
            <dgm:if name="Name12" func="var" arg="dir" op="equ" val="norm">
              <dgm:presOf axis="ch desOrSelf" ptType="node node" st="2 1" cnt="1 0"/>
            </dgm:if>
            <dgm:else name="Name13">
              <dgm:presOf axis="ch desOrSelf" ptType="node node" st="4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3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presOf axis="ch desOrSelf" ptType="node node" st="3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4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14">
            <dgm:if name="Name15" func="var" arg="dir" op="equ" val="norm">
              <dgm:presOf axis="ch desOrSelf" ptType="node node" st="4 1" cnt="1 0"/>
            </dgm:if>
            <dgm:else name="Name16">
              <dgm:presOf axis="ch desOrSelf" ptType="node node" st="2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17"/>
    </dgm:choose>
    <dgm:choose name="Name18">
      <dgm:if name="Name19" axis="ch" ptType="node" func="cnt" op="gte" val="5">
        <dgm:layoutNode name="triangle5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0">
            <dgm:if name="Name21" func="var" arg="dir" op="equ" val="norm">
              <dgm:presOf axis="ch desOrSelf" ptType="node node" st="5 1" cnt="1 0"/>
            </dgm:if>
            <dgm:else name="Name22">
              <dgm:presOf axis="ch desOrSelf" ptType="node node" st="9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6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3">
            <dgm:if name="Name24" func="var" arg="dir" op="equ" val="norm">
              <dgm:presOf axis="ch desOrSelf" ptType="node node" st="6 1" cnt="1 0"/>
            </dgm:if>
            <dgm:else name="Name25">
              <dgm:presOf axis="ch desOrSelf" ptType="node node" st="8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7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presOf axis="ch desOrSelf" ptType="node node" st="7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8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rot="180" type="triangle" r:blip="">
            <dgm:adjLst/>
          </dgm:shape>
          <dgm:choose name="Name26">
            <dgm:if name="Name27" func="var" arg="dir" op="equ" val="norm">
              <dgm:presOf axis="ch desOrSelf" ptType="node node" st="8 1" cnt="1 0"/>
            </dgm:if>
            <dgm:else name="Name28">
              <dgm:presOf axis="ch desOrSelf" ptType="node node" st="6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triangle9" styleLbl="node1">
          <dgm:varLst>
            <dgm:bulletEnabled val="1"/>
          </dgm:varLst>
          <dgm:alg type="tx">
            <dgm:param type="txAnchorVertCh" val="mid"/>
          </dgm:alg>
          <dgm:shape xmlns:r="http://schemas.openxmlformats.org/officeDocument/2006/relationships" type="triangle" r:blip="">
            <dgm:adjLst/>
          </dgm:shape>
          <dgm:choose name="Name29">
            <dgm:if name="Name30" func="var" arg="dir" op="equ" val="norm">
              <dgm:presOf axis="ch desOrSelf" ptType="node node" st="9 1" cnt="1 0"/>
            </dgm:if>
            <dgm:else name="Name31">
              <dgm:presOf axis="ch desOrSelf" ptType="node node" st="5 1" cnt="1 0"/>
            </dgm:else>
          </dgm:choose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32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8116CC-20FF-457A-B0DD-F02EE29019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CA0D387-B42B-4157-90E6-FCD3174B40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FA7E609-556E-4234-8CFC-AE6C70233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3F3B6F-BEB4-4451-A4BA-A0659F2AC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3703B4-E0EB-4B00-9BF7-03ABD79FAD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3257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5F7C35-D8F4-4D64-91F6-455403D3F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88CDA9-0970-49A3-82F4-FCFFA63B9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50BDF5-6D16-4A9A-893B-53B110950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3635E5-1D8E-4820-93F8-0955606D4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C11AF3B-8956-4150-8701-B7C6F2B24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846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61787C-EA13-4181-B0B0-B98FD1587D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5F5F3-03E8-4DE0-BFC5-1307CAE6E6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CEA32-CCEE-47B8-A526-80A2933D1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9964C28-B02D-443E-89E1-FB3F12548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2FB7F4-ECD7-4A68-980A-73D9C752A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6654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1298D1-822F-4AE9-BE1F-7EF054CE2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8596DE-FD94-42CD-A453-C87AAFCB7E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5D48B6-4014-4E1E-AD68-C67E693F64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3A6CCBA-5D70-4B89-BACA-6C91A0FF75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E4A065-E00B-4A73-9BB7-B46AC396A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76E1E2D-C422-4C81-9EA7-ABA7416D0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07116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A5702F-9D39-4A23-8B2B-227C8FB4F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5B61F52-FB13-4AA5-8614-96CB85DAE5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C87BAFA-DA5C-41E6-89B9-049ECF13E7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58F1D0D-16C1-4524-9BFD-F88D9AADB2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6C66BD1-687F-4EBD-B80D-A9CE917A7C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79544E4-0FB8-47A2-9B6E-896DFDF651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CBAF11A-F1C3-474D-991B-EFCEF7C80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439CBAC-49D8-4D2D-A0EB-0A7DD653A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4194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59595-4D21-46F7-9AA9-99350F31B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ED291C2-6C24-4F10-AC19-A3D48780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E207B8-FB3D-49E3-8ED2-E499A63D1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F155E8C-A92C-4F29-8A88-562EE761F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62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590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2CA809-A196-4FCA-93A2-324CC693BFD6}"/>
              </a:ext>
            </a:extLst>
          </p:cNvPr>
          <p:cNvSpPr txBox="1"/>
          <p:nvPr userDrawn="1"/>
        </p:nvSpPr>
        <p:spPr>
          <a:xfrm>
            <a:off x="9990758" y="6575907"/>
            <a:ext cx="219803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37B4CB0-4A60-4814-AC63-C1247AED0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B44A438-B8E1-4575-B473-2A07818332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4692F2-49E5-485C-9831-B4ACBBB23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3076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8764F0-5601-4A14-A10F-2AABF340F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C9E9D1-8F1D-4F21-A822-6C7960A962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9A7961-D3A0-4BA3-B7D1-830E64EFA1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B3B9528-22B9-4F6F-91C9-6F720DCC19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1EBC077-8A76-446B-8054-77AD1824E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225B9B4-BE00-4DC7-A442-DC65D4257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0786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4538A9-CADF-4633-A090-47B42B856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BC4E6F-A0DE-4AE3-90F2-1C03418ACC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704145D-ADF1-4464-BC28-593BAE7460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DFD674B-36F7-4FB8-8FD7-4A82F0782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6B7B17-18E4-4B63-A6C1-BC60814AA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671BA4A-3D6F-4036-B650-4BE22EBF2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42071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7B3392-1D66-4FC7-9B67-9373E3302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23E0133-FB9E-4A82-B101-5823D201B8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496BE29-E9E7-4C46-9EA7-89CB1D5485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F291-3561-4887-8CBA-2D73801AE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A223DB-3883-49FB-AC9D-6E713866EE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4862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9D0D848-B156-4FC0-9045-C4FA3355A8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ABE1A0F-E622-4956-B3AE-75C0FFAC35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83557E-01F2-4719-81E9-5B6B18E38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B3DD90-F3E1-4BF3-9279-442F300C9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703D7F-961F-467A-AB56-CD0F56F5A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3486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F2D1CD-6AB9-44F7-9AF1-904E917CB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4EE6583-9D58-4FBE-8B3E-D816FF62F1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1C4F44-3451-43BF-BB78-2BFFC41D53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E7A9D4-2312-4C80-955C-3A7FA2F8832A}" type="datetimeFigureOut">
              <a:rPr lang="ko-KR" altLang="en-US" smtClean="0"/>
              <a:t>2022-11-14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56AF17-214F-4E1E-9255-3368B9888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45F63D-B78D-4305-AB08-518043957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95EC94-8EAF-486A-983B-99B1085AE83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8740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0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11" Type="http://schemas.openxmlformats.org/officeDocument/2006/relationships/image" Target="../media/image13.svg"/><Relationship Id="rId5" Type="http://schemas.openxmlformats.org/officeDocument/2006/relationships/image" Target="../media/image7.sv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microsoft.com/office/2014/relationships/chartEx" Target="../charts/chartEx1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D96CB-D837-42E6-B753-A362CB784AC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167952" y="2505670"/>
            <a:ext cx="58560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5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오늘도 난 배가 고프다</a:t>
            </a:r>
            <a:endParaRPr lang="ko-KR" altLang="en-US" sz="54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9B67F781-4111-4EB6-97E9-84D738AD6180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3347720" y="3673455"/>
            <a:ext cx="549656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00961E7-5079-4C40-88CA-C2ABE8F1C79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20626" y="5006528"/>
            <a:ext cx="242085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201704086</a:t>
            </a:r>
            <a:r>
              <a:rPr lang="ko-KR" altLang="en-US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이윤호</a:t>
            </a:r>
            <a:endParaRPr lang="en-US" altLang="ko-KR" sz="24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202004088</a:t>
            </a:r>
            <a:r>
              <a:rPr lang="ko-KR" altLang="en-US" sz="24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윤시현</a:t>
            </a:r>
            <a:endParaRPr lang="ko-KR" altLang="en-US" sz="24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E1CF8F-0A04-2451-73A3-AE1B007F9A9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37314" y="3817654"/>
            <a:ext cx="23903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음식 성분 </a:t>
            </a:r>
            <a:r>
              <a:rPr lang="en-US" altLang="ko-KR" sz="20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AR </a:t>
            </a:r>
            <a:r>
              <a:rPr lang="ko-KR" altLang="en-US" sz="20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분석 어플</a:t>
            </a:r>
            <a:endParaRPr lang="ko-KR" altLang="en-US" sz="20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C8198F5-0634-BA61-239A-21B9EB0E109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7571" y="4149773"/>
            <a:ext cx="3708165" cy="230296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1C05F3E-0B7E-593A-B3D3-589700E1EAC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600" y="170937"/>
            <a:ext cx="2852285" cy="2334733"/>
          </a:xfrm>
          <a:prstGeom prst="rect">
            <a:avLst/>
          </a:prstGeom>
        </p:spPr>
      </p:pic>
      <p:pic>
        <p:nvPicPr>
          <p:cNvPr id="13" name="그림 12" descr="텍스트, 클립아트이(가) 표시된 사진&#10;&#10;자동 생성된 설명">
            <a:extLst>
              <a:ext uri="{FF2B5EF4-FFF2-40B4-BE49-F238E27FC236}">
                <a16:creationId xmlns:a16="http://schemas.microsoft.com/office/drawing/2014/main" id="{34911A46-7330-8FBA-0E15-456C37BF65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302" y="248229"/>
            <a:ext cx="3636385" cy="209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24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C4265C-0EAD-4FFD-BF99-406D49533C1D}"/>
              </a:ext>
            </a:extLst>
          </p:cNvPr>
          <p:cNvSpPr txBox="1"/>
          <p:nvPr/>
        </p:nvSpPr>
        <p:spPr>
          <a:xfrm>
            <a:off x="1088375" y="1659285"/>
            <a:ext cx="410838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개요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 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배경 및 필요성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</a:t>
            </a:r>
            <a:endParaRPr lang="ko-KR" altLang="en-US" sz="32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51FDC9-B70C-4BC0-8AC7-216B5765985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94716" y="341339"/>
            <a:ext cx="7505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목차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3D886B7-3A46-78B5-7CC8-F48EB8ABAE6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555289" y="1233714"/>
            <a:ext cx="410838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5.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내용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6.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방법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7.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환경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8.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일정</a:t>
            </a:r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endParaRPr lang="en-US" altLang="ko-KR" sz="320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pPr algn="ctr"/>
            <a:r>
              <a:rPr lang="en-US" altLang="ko-KR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9.</a:t>
            </a:r>
            <a:r>
              <a:rPr lang="ko-KR" altLang="en-US" sz="32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기대효과 및 활용</a:t>
            </a:r>
            <a:endParaRPr lang="ko-KR" altLang="en-US" sz="32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9286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0C0895B-7B4E-4FB6-95D6-6192E6C6C6FE}"/>
              </a:ext>
            </a:extLst>
          </p:cNvPr>
          <p:cNvSpPr txBox="1"/>
          <p:nvPr/>
        </p:nvSpPr>
        <p:spPr>
          <a:xfrm>
            <a:off x="3025211" y="1872127"/>
            <a:ext cx="603723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“</a:t>
            </a:r>
            <a:r>
              <a:rPr lang="ko-KR" altLang="en-US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오늘도 나 배가 고프다</a:t>
            </a:r>
            <a:r>
              <a:rPr lang="en-US" altLang="ko-KR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”</a:t>
            </a:r>
            <a:r>
              <a:rPr lang="ko-KR" altLang="en-US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 어플은</a:t>
            </a:r>
            <a:r>
              <a:rPr lang="en-US" altLang="ko-KR" sz="3200">
                <a:latin typeface="휴먼매직체" panose="02030504000101010101" pitchFamily="18" charset="-127"/>
                <a:ea typeface="휴먼매직체" panose="02030504000101010101" pitchFamily="18" charset="-127"/>
              </a:rPr>
              <a:t>??!</a:t>
            </a:r>
            <a:endParaRPr lang="ko-KR" altLang="en-US" sz="3200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384813B4-D6BC-CA52-99BE-9311992DB157}"/>
              </a:ext>
            </a:extLst>
          </p:cNvPr>
          <p:cNvGrpSpPr/>
          <p:nvPr/>
        </p:nvGrpSpPr>
        <p:grpSpPr>
          <a:xfrm>
            <a:off x="2621513" y="2964976"/>
            <a:ext cx="6948974" cy="2164360"/>
            <a:chOff x="2673686" y="2684477"/>
            <a:chExt cx="6948974" cy="2164360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CBB0498-13C3-48CC-9BFE-7243BE8082B0}"/>
                </a:ext>
              </a:extLst>
            </p:cNvPr>
            <p:cNvSpPr/>
            <p:nvPr/>
          </p:nvSpPr>
          <p:spPr>
            <a:xfrm>
              <a:off x="2673686" y="2684477"/>
              <a:ext cx="6948974" cy="216436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EF51587-4B82-43A7-8A06-3BA5E76F90F4}"/>
                </a:ext>
              </a:extLst>
            </p:cNvPr>
            <p:cNvSpPr txBox="1">
              <a:spLocks/>
            </p:cNvSpPr>
            <p:nvPr/>
          </p:nvSpPr>
          <p:spPr>
            <a:xfrm>
              <a:off x="3155293" y="3412714"/>
              <a:ext cx="5881413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2000">
                  <a:solidFill>
                    <a:schemeClr val="accent5">
                      <a:lumMod val="5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다이어트와 건강에 관심이 많은 사람들을 위한</a:t>
              </a:r>
              <a:endParaRPr lang="en-US" altLang="ko-KR" sz="2000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  <a:p>
              <a:pPr algn="ctr"/>
              <a:r>
                <a:rPr lang="ko-KR" altLang="en-US" sz="2000">
                  <a:solidFill>
                    <a:schemeClr val="accent5">
                      <a:lumMod val="5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음식 성분을 </a:t>
              </a:r>
              <a:r>
                <a:rPr lang="en-US" altLang="ko-KR" sz="2000">
                  <a:solidFill>
                    <a:schemeClr val="accent5">
                      <a:lumMod val="5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AR</a:t>
              </a:r>
              <a:r>
                <a:rPr lang="ko-KR" altLang="en-US" sz="2000">
                  <a:solidFill>
                    <a:schemeClr val="accent5">
                      <a:lumMod val="5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로 분석해 건강을 관리해주는 어플 입니다</a:t>
              </a:r>
              <a:r>
                <a:rPr lang="en-US" altLang="ko-KR" sz="2000">
                  <a:solidFill>
                    <a:schemeClr val="accent5">
                      <a:lumMod val="50000"/>
                    </a:schemeClr>
                  </a:solidFill>
                  <a:latin typeface="휴먼매직체" panose="02030504000101010101" pitchFamily="18" charset="-127"/>
                  <a:ea typeface="휴먼매직체" panose="02030504000101010101" pitchFamily="18" charset="-127"/>
                </a:rPr>
                <a:t>.</a:t>
              </a:r>
              <a:endParaRPr lang="ko-KR" altLang="en-US" sz="2000" dirty="0">
                <a:solidFill>
                  <a:schemeClr val="accent5">
                    <a:lumMod val="50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endParaRP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2A27B8-3421-9530-A1D5-A9C7F0FA725A}"/>
              </a:ext>
            </a:extLst>
          </p:cNvPr>
          <p:cNvSpPr txBox="1"/>
          <p:nvPr/>
        </p:nvSpPr>
        <p:spPr>
          <a:xfrm>
            <a:off x="274320" y="294640"/>
            <a:ext cx="10374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1.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개요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pic>
        <p:nvPicPr>
          <p:cNvPr id="7" name="그래픽 6" descr="물음표 단색으로 채워진">
            <a:extLst>
              <a:ext uri="{FF2B5EF4-FFF2-40B4-BE49-F238E27FC236}">
                <a16:creationId xmlns:a16="http://schemas.microsoft.com/office/drawing/2014/main" id="{2B607B76-8A96-06C2-FA04-243C45FFDC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08797" y="4993547"/>
            <a:ext cx="914400" cy="914400"/>
          </a:xfrm>
          <a:prstGeom prst="rect">
            <a:avLst/>
          </a:prstGeom>
        </p:spPr>
      </p:pic>
      <p:pic>
        <p:nvPicPr>
          <p:cNvPr id="9" name="그래픽 8" descr="물음표 윤곽선">
            <a:extLst>
              <a:ext uri="{FF2B5EF4-FFF2-40B4-BE49-F238E27FC236}">
                <a16:creationId xmlns:a16="http://schemas.microsoft.com/office/drawing/2014/main" id="{6A18651E-CC6A-D01D-5B90-32C297B9AB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5205" y="4352329"/>
            <a:ext cx="914400" cy="914400"/>
          </a:xfrm>
          <a:prstGeom prst="rect">
            <a:avLst/>
          </a:prstGeom>
        </p:spPr>
      </p:pic>
      <p:pic>
        <p:nvPicPr>
          <p:cNvPr id="11" name="그래픽 10" descr="물음표 단색으로 채워진">
            <a:extLst>
              <a:ext uri="{FF2B5EF4-FFF2-40B4-BE49-F238E27FC236}">
                <a16:creationId xmlns:a16="http://schemas.microsoft.com/office/drawing/2014/main" id="{93603FCD-F00B-656B-ED6C-9FF95FC1683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13529" y="1661114"/>
            <a:ext cx="914400" cy="914400"/>
          </a:xfrm>
          <a:prstGeom prst="rect">
            <a:avLst/>
          </a:prstGeom>
        </p:spPr>
      </p:pic>
      <p:pic>
        <p:nvPicPr>
          <p:cNvPr id="13" name="그래픽 12" descr="물음표 단색으로 채워진">
            <a:extLst>
              <a:ext uri="{FF2B5EF4-FFF2-40B4-BE49-F238E27FC236}">
                <a16:creationId xmlns:a16="http://schemas.microsoft.com/office/drawing/2014/main" id="{E5AA80AA-9791-C6A4-B9E8-B268FE435CD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890723" y="747153"/>
            <a:ext cx="914400" cy="914400"/>
          </a:xfrm>
          <a:prstGeom prst="rect">
            <a:avLst/>
          </a:prstGeom>
        </p:spPr>
      </p:pic>
      <p:pic>
        <p:nvPicPr>
          <p:cNvPr id="15" name="그래픽 14" descr="물음표 윤곽선">
            <a:extLst>
              <a:ext uri="{FF2B5EF4-FFF2-40B4-BE49-F238E27FC236}">
                <a16:creationId xmlns:a16="http://schemas.microsoft.com/office/drawing/2014/main" id="{C0712E4A-479F-186D-A339-3582F5E754E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268416" y="2320558"/>
            <a:ext cx="914400" cy="914400"/>
          </a:xfrm>
          <a:prstGeom prst="rect">
            <a:avLst/>
          </a:prstGeom>
        </p:spPr>
      </p:pic>
      <p:pic>
        <p:nvPicPr>
          <p:cNvPr id="17" name="그래픽 16" descr="물음표 윤곽선">
            <a:extLst>
              <a:ext uri="{FF2B5EF4-FFF2-40B4-BE49-F238E27FC236}">
                <a16:creationId xmlns:a16="http://schemas.microsoft.com/office/drawing/2014/main" id="{113EEF0E-73B2-63BC-D5D7-5998EFAC23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949442" y="44719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0605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60874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21723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2.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 배경 및 필요성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DBFCAEA2-9A8E-4EE8-8D5F-639BCC14FE0B}"/>
              </a:ext>
            </a:extLst>
          </p:cNvPr>
          <p:cNvSpPr/>
          <p:nvPr/>
        </p:nvSpPr>
        <p:spPr>
          <a:xfrm>
            <a:off x="5719342" y="3254418"/>
            <a:ext cx="2767875" cy="2767875"/>
          </a:xfrm>
          <a:prstGeom prst="ellipse">
            <a:avLst/>
          </a:prstGeom>
          <a:solidFill>
            <a:schemeClr val="accent6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02395CAC-2303-49C7-8E0F-CA7D52B84169}"/>
              </a:ext>
            </a:extLst>
          </p:cNvPr>
          <p:cNvSpPr/>
          <p:nvPr/>
        </p:nvSpPr>
        <p:spPr>
          <a:xfrm>
            <a:off x="3675736" y="3254418"/>
            <a:ext cx="2767875" cy="2767875"/>
          </a:xfrm>
          <a:prstGeom prst="ellipse">
            <a:avLst/>
          </a:prstGeom>
          <a:solidFill>
            <a:schemeClr val="accent5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A881F52-1A68-4644-8FB9-6E69F0C4AD6F}"/>
              </a:ext>
            </a:extLst>
          </p:cNvPr>
          <p:cNvSpPr/>
          <p:nvPr/>
        </p:nvSpPr>
        <p:spPr>
          <a:xfrm>
            <a:off x="4697539" y="1547057"/>
            <a:ext cx="2767875" cy="2767875"/>
          </a:xfrm>
          <a:prstGeom prst="ellipse">
            <a:avLst/>
          </a:prstGeom>
          <a:solidFill>
            <a:schemeClr val="accent3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602FD0B-2018-4853-AF61-F901FE68377A}"/>
              </a:ext>
            </a:extLst>
          </p:cNvPr>
          <p:cNvSpPr txBox="1"/>
          <p:nvPr/>
        </p:nvSpPr>
        <p:spPr>
          <a:xfrm>
            <a:off x="353943" y="1009464"/>
            <a:ext cx="1156001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*</a:t>
            </a:r>
            <a:r>
              <a:rPr lang="ko-KR" altLang="en-US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요새 다이어트와 건강에 관한 열풍</a:t>
            </a:r>
            <a:r>
              <a:rPr lang="en-US" altLang="ko-KR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!! </a:t>
            </a:r>
            <a:r>
              <a:rPr lang="ko-KR" altLang="en-US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관련 기사 작성</a:t>
            </a:r>
            <a:r>
              <a:rPr lang="en-US" altLang="ko-KR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(</a:t>
            </a:r>
            <a:r>
              <a:rPr lang="ko-KR" altLang="en-US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링크 필수</a:t>
            </a:r>
            <a:r>
              <a:rPr lang="en-US" altLang="ko-KR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)</a:t>
            </a:r>
          </a:p>
          <a:p>
            <a:r>
              <a:rPr lang="en-US" altLang="ko-KR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*</a:t>
            </a:r>
            <a:r>
              <a:rPr lang="ko-KR" altLang="en-US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개인마다 필요 열량에 따른 영양 성분의 기준치가 다르고</a:t>
            </a:r>
            <a:r>
              <a:rPr lang="en-US" altLang="ko-KR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대부분 자신의 기준치를 잘 모른다</a:t>
            </a:r>
            <a:r>
              <a:rPr lang="en-US" altLang="ko-KR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.</a:t>
            </a:r>
          </a:p>
          <a:p>
            <a:r>
              <a:rPr lang="en-US" altLang="ko-KR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*</a:t>
            </a:r>
            <a:r>
              <a:rPr lang="ko-KR" altLang="en-US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음식 영양 성분표를 보면 직관적으로 알아보기 싶지 않다</a:t>
            </a:r>
            <a:r>
              <a:rPr lang="en-US" altLang="ko-KR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. </a:t>
            </a:r>
            <a:r>
              <a:rPr lang="ko-KR" altLang="en-US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자신이 관심 있는 영양소만 대충 보고 넘어가는 경우가 많다</a:t>
            </a:r>
            <a:r>
              <a:rPr lang="en-US" altLang="ko-KR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.</a:t>
            </a:r>
            <a:endParaRPr lang="en-US" altLang="ko-KR" sz="2000" dirty="0"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  <a:p>
            <a:r>
              <a:rPr lang="en-US" altLang="ko-KR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*</a:t>
            </a:r>
            <a:r>
              <a:rPr lang="ko-KR" altLang="en-US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영양 성분표도 전체 성분만 표시되어</a:t>
            </a:r>
            <a:r>
              <a:rPr lang="en-US" altLang="ko-KR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,</a:t>
            </a:r>
            <a:r>
              <a:rPr lang="ko-KR" altLang="en-US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 내가 먹고 싶은 만큼만 먹었을 때는 어느 정도로 영양을 섭취했는지 알 수가 없다</a:t>
            </a:r>
            <a:r>
              <a:rPr lang="en-US" altLang="ko-KR" sz="2000">
                <a:latin typeface="휴먼매직체" panose="02030504000101010101" pitchFamily="18" charset="-127"/>
                <a:ea typeface="휴먼매직체" panose="02030504000101010101" pitchFamily="18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42080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9EB6863-04FA-4DDD-BF13-11791DEF6D32}"/>
              </a:ext>
            </a:extLst>
          </p:cNvPr>
          <p:cNvSpPr/>
          <p:nvPr/>
        </p:nvSpPr>
        <p:spPr>
          <a:xfrm>
            <a:off x="481567" y="1322861"/>
            <a:ext cx="5413594" cy="4911323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13" name="차트 12">
                <a:extLst>
                  <a:ext uri="{FF2B5EF4-FFF2-40B4-BE49-F238E27FC236}">
                    <a16:creationId xmlns:a16="http://schemas.microsoft.com/office/drawing/2014/main" id="{58A72C35-FAB5-4FB1-8035-B6D6940148B5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2533127818"/>
                  </p:ext>
                </p:extLst>
              </p:nvPr>
            </p:nvGraphicFramePr>
            <p:xfrm>
              <a:off x="715696" y="2397939"/>
              <a:ext cx="4856673" cy="3555190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13" name="차트 12">
                <a:extLst>
                  <a:ext uri="{FF2B5EF4-FFF2-40B4-BE49-F238E27FC236}">
                    <a16:creationId xmlns:a16="http://schemas.microsoft.com/office/drawing/2014/main" id="{58A72C35-FAB5-4FB1-8035-B6D6940148B5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15696" y="2397939"/>
                <a:ext cx="4856673" cy="3555190"/>
              </a:xfrm>
              <a:prstGeom prst="rect">
                <a:avLst/>
              </a:prstGeom>
            </p:spPr>
          </p:pic>
        </mc:Fallback>
      </mc:AlternateContent>
      <p:sp>
        <p:nvSpPr>
          <p:cNvPr id="14" name="직사각형 13">
            <a:extLst>
              <a:ext uri="{FF2B5EF4-FFF2-40B4-BE49-F238E27FC236}">
                <a16:creationId xmlns:a16="http://schemas.microsoft.com/office/drawing/2014/main" id="{F2E04AF7-795C-49B1-A037-A828DA800640}"/>
              </a:ext>
            </a:extLst>
          </p:cNvPr>
          <p:cNvSpPr/>
          <p:nvPr/>
        </p:nvSpPr>
        <p:spPr>
          <a:xfrm>
            <a:off x="6314157" y="1322861"/>
            <a:ext cx="5396276" cy="491132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차트 15">
            <a:extLst>
              <a:ext uri="{FF2B5EF4-FFF2-40B4-BE49-F238E27FC236}">
                <a16:creationId xmlns:a16="http://schemas.microsoft.com/office/drawing/2014/main" id="{C905B5A1-4FBC-4D45-AD95-79B966BFB5B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4885911"/>
              </p:ext>
            </p:extLst>
          </p:nvPr>
        </p:nvGraphicFramePr>
        <p:xfrm>
          <a:off x="6560802" y="1622639"/>
          <a:ext cx="4922021" cy="433049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A67FDA3D-4D44-452E-8B47-47684735F35D}"/>
              </a:ext>
            </a:extLst>
          </p:cNvPr>
          <p:cNvSpPr/>
          <p:nvPr/>
        </p:nvSpPr>
        <p:spPr>
          <a:xfrm>
            <a:off x="709177" y="1535340"/>
            <a:ext cx="4980423" cy="6844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pc="-300">
              <a:latin typeface="+mj-ea"/>
              <a:ea typeface="+mj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3133F7-C37B-4CBE-8AB2-86EC1A81B046}"/>
              </a:ext>
            </a:extLst>
          </p:cNvPr>
          <p:cNvSpPr txBox="1"/>
          <p:nvPr/>
        </p:nvSpPr>
        <p:spPr>
          <a:xfrm>
            <a:off x="1404615" y="1615975"/>
            <a:ext cx="34788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28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XXXX</a:t>
            </a:r>
            <a:r>
              <a:rPr lang="ko-KR" altLang="en-US" sz="28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년도 제</a:t>
            </a:r>
            <a:r>
              <a:rPr lang="en-US" altLang="ko-KR" sz="28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3</a:t>
            </a:r>
            <a:r>
              <a:rPr lang="ko-KR" altLang="en-US" sz="28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분기 실적</a:t>
            </a:r>
          </a:p>
        </p:txBody>
      </p:sp>
    </p:spTree>
    <p:extLst>
      <p:ext uri="{BB962C8B-B14F-4D97-AF65-F5344CB8AC3E}">
        <p14:creationId xmlns:p14="http://schemas.microsoft.com/office/powerpoint/2010/main" val="35243566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밀리그램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3160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624405" y="2331038"/>
            <a:ext cx="5446528" cy="71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밀리그램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영양 성분 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B95980-B21E-481E-BF88-C25A52D77758}"/>
              </a:ext>
            </a:extLst>
          </p:cNvPr>
          <p:cNvSpPr txBox="1"/>
          <p:nvPr/>
        </p:nvSpPr>
        <p:spPr>
          <a:xfrm>
            <a:off x="2745641" y="2331038"/>
            <a:ext cx="6270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200" dirty="0">
                <a:solidFill>
                  <a:schemeClr val="bg1"/>
                </a:solidFill>
              </a:rPr>
              <a:t>“</a:t>
            </a:r>
            <a:endParaRPr lang="ko-KR" altLang="en-US" sz="72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밀리그램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277801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624405" y="2331038"/>
            <a:ext cx="5446528" cy="71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밀리그램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영양 성분 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B95980-B21E-481E-BF88-C25A52D77758}"/>
              </a:ext>
            </a:extLst>
          </p:cNvPr>
          <p:cNvSpPr txBox="1"/>
          <p:nvPr/>
        </p:nvSpPr>
        <p:spPr>
          <a:xfrm>
            <a:off x="2745641" y="2331038"/>
            <a:ext cx="6270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200" dirty="0">
                <a:solidFill>
                  <a:schemeClr val="bg1"/>
                </a:solidFill>
              </a:rPr>
              <a:t>“</a:t>
            </a:r>
            <a:endParaRPr lang="ko-KR" altLang="en-US" sz="72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밀리그램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3874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650360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624405" y="2331038"/>
            <a:ext cx="5446528" cy="71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인바디 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B95980-B21E-481E-BF88-C25A52D77758}"/>
              </a:ext>
            </a:extLst>
          </p:cNvPr>
          <p:cNvSpPr txBox="1"/>
          <p:nvPr/>
        </p:nvSpPr>
        <p:spPr>
          <a:xfrm>
            <a:off x="2745641" y="2331038"/>
            <a:ext cx="6270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200" dirty="0">
                <a:solidFill>
                  <a:schemeClr val="bg1"/>
                </a:solidFill>
              </a:rPr>
              <a:t>“</a:t>
            </a:r>
            <a:endParaRPr lang="ko-KR" altLang="en-US" sz="72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94992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624405" y="2331038"/>
            <a:ext cx="5446528" cy="71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, </a:t>
            </a:r>
            <a:r>
              <a:rPr lang="ko-KR" altLang="en-US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인바디 </a:t>
            </a:r>
            <a:r>
              <a:rPr lang="en-US" altLang="ko-KR" sz="32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B95980-B21E-481E-BF88-C25A52D77758}"/>
              </a:ext>
            </a:extLst>
          </p:cNvPr>
          <p:cNvSpPr txBox="1"/>
          <p:nvPr/>
        </p:nvSpPr>
        <p:spPr>
          <a:xfrm>
            <a:off x="2745641" y="2331038"/>
            <a:ext cx="6270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7200" dirty="0">
                <a:solidFill>
                  <a:schemeClr val="bg1"/>
                </a:solidFill>
              </a:rPr>
              <a:t>“</a:t>
            </a:r>
            <a:endParaRPr lang="ko-KR" altLang="en-US" sz="7200" dirty="0">
              <a:solidFill>
                <a:schemeClr val="bg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E284A1-06BB-AEF6-CC6C-FF63F7DABC50}"/>
              </a:ext>
            </a:extLst>
          </p:cNvPr>
          <p:cNvSpPr txBox="1"/>
          <p:nvPr/>
        </p:nvSpPr>
        <p:spPr>
          <a:xfrm>
            <a:off x="234434" y="207141"/>
            <a:ext cx="5134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3. </a:t>
            </a:r>
            <a:r>
              <a:rPr lang="ko-KR" altLang="en-US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유사 사이트 분석 </a:t>
            </a:r>
            <a:r>
              <a:rPr lang="en-US" altLang="ko-KR" sz="280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: </a:t>
            </a:r>
            <a:r>
              <a:rPr lang="ko-KR" altLang="en-US" sz="2800" spc="-150">
                <a:solidFill>
                  <a:schemeClr val="bg1"/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삼성헬스케어</a:t>
            </a:r>
            <a:endParaRPr lang="ko-KR" altLang="en-US" sz="2800" dirty="0">
              <a:solidFill>
                <a:schemeClr val="bg1"/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00568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14782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4.</a:t>
            </a:r>
            <a:r>
              <a:rPr lang="ko-KR" altLang="en-US" sz="2800" spc="-300">
                <a:solidFill>
                  <a:schemeClr val="tx1">
                    <a:lumMod val="85000"/>
                    <a:lumOff val="15000"/>
                  </a:schemeClr>
                </a:solidFill>
                <a:latin typeface="휴먼매직체" panose="02030504000101010101" pitchFamily="18" charset="-127"/>
                <a:ea typeface="휴먼매직체" panose="02030504000101010101" pitchFamily="18" charset="-127"/>
              </a:rPr>
              <a:t>개발 목표</a:t>
            </a:r>
            <a:endParaRPr lang="ko-KR" altLang="en-US" sz="2800" spc="-300" dirty="0">
              <a:solidFill>
                <a:schemeClr val="tx1">
                  <a:lumMod val="85000"/>
                  <a:lumOff val="15000"/>
                </a:schemeClr>
              </a:solidFill>
              <a:latin typeface="휴먼매직체" panose="02030504000101010101" pitchFamily="18" charset="-127"/>
              <a:ea typeface="휴먼매직체" panose="02030504000101010101" pitchFamily="18" charset="-127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9742D1A6-E7F3-4E84-9CDB-BF483BDD38B5}"/>
              </a:ext>
            </a:extLst>
          </p:cNvPr>
          <p:cNvCxnSpPr/>
          <p:nvPr/>
        </p:nvCxnSpPr>
        <p:spPr>
          <a:xfrm>
            <a:off x="1046180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5F729412-9112-4DCB-A429-D645A9C6FCE2}"/>
              </a:ext>
            </a:extLst>
          </p:cNvPr>
          <p:cNvCxnSpPr/>
          <p:nvPr/>
        </p:nvCxnSpPr>
        <p:spPr>
          <a:xfrm>
            <a:off x="3710583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8A5DFFCE-4A81-4FD3-B342-6726CD12DD5D}"/>
              </a:ext>
            </a:extLst>
          </p:cNvPr>
          <p:cNvCxnSpPr/>
          <p:nvPr/>
        </p:nvCxnSpPr>
        <p:spPr>
          <a:xfrm>
            <a:off x="6374986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EBA72BCD-F717-4443-92F7-ABE5A7BB32FC}"/>
              </a:ext>
            </a:extLst>
          </p:cNvPr>
          <p:cNvCxnSpPr/>
          <p:nvPr/>
        </p:nvCxnSpPr>
        <p:spPr>
          <a:xfrm>
            <a:off x="9039389" y="5507781"/>
            <a:ext cx="203835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0DD473D-626F-4DC6-A648-3BFCC6B4AF47}"/>
              </a:ext>
            </a:extLst>
          </p:cNvPr>
          <p:cNvSpPr txBox="1"/>
          <p:nvPr/>
        </p:nvSpPr>
        <p:spPr>
          <a:xfrm flipH="1">
            <a:off x="889747" y="1558487"/>
            <a:ext cx="2488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001</a:t>
            </a:r>
            <a:endParaRPr lang="ko-KR" altLang="en-US" sz="2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4404A3D-C925-4422-B36F-7ADEB3EAF66A}"/>
              </a:ext>
            </a:extLst>
          </p:cNvPr>
          <p:cNvSpPr txBox="1"/>
          <p:nvPr/>
        </p:nvSpPr>
        <p:spPr>
          <a:xfrm flipH="1">
            <a:off x="3505799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002</a:t>
            </a:r>
            <a:endParaRPr lang="ko-KR" altLang="en-US" sz="20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8A0000D-7E54-4A27-84C9-D2E4F33159A4}"/>
              </a:ext>
            </a:extLst>
          </p:cNvPr>
          <p:cNvSpPr txBox="1"/>
          <p:nvPr/>
        </p:nvSpPr>
        <p:spPr>
          <a:xfrm flipH="1">
            <a:off x="6121851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003</a:t>
            </a:r>
            <a:endParaRPr lang="ko-KR" altLang="en-US" sz="20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73FE2E-63C9-4C75-B7D8-DECD7FFAFFB3}"/>
              </a:ext>
            </a:extLst>
          </p:cNvPr>
          <p:cNvSpPr txBox="1"/>
          <p:nvPr/>
        </p:nvSpPr>
        <p:spPr>
          <a:xfrm flipH="1">
            <a:off x="8737903" y="1558487"/>
            <a:ext cx="8193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/>
              <a:t>004</a:t>
            </a:r>
            <a:endParaRPr lang="ko-KR" altLang="en-US" sz="2000" b="1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120F1523-9CAD-4C27-A816-6A3DB5808645}"/>
              </a:ext>
            </a:extLst>
          </p:cNvPr>
          <p:cNvSpPr/>
          <p:nvPr/>
        </p:nvSpPr>
        <p:spPr>
          <a:xfrm>
            <a:off x="805841" y="1971955"/>
            <a:ext cx="2519028" cy="335870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5DFD22B-A591-4CCA-B629-F891C787C026}"/>
              </a:ext>
            </a:extLst>
          </p:cNvPr>
          <p:cNvSpPr/>
          <p:nvPr/>
        </p:nvSpPr>
        <p:spPr>
          <a:xfrm>
            <a:off x="3470244" y="1971955"/>
            <a:ext cx="2519028" cy="33587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EB34BCCA-2631-4478-B26A-D30B20B83E90}"/>
              </a:ext>
            </a:extLst>
          </p:cNvPr>
          <p:cNvSpPr/>
          <p:nvPr/>
        </p:nvSpPr>
        <p:spPr>
          <a:xfrm>
            <a:off x="6134647" y="1971955"/>
            <a:ext cx="2519028" cy="335870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721A97E-197F-4022-8947-CAF47AC231A8}"/>
              </a:ext>
            </a:extLst>
          </p:cNvPr>
          <p:cNvSpPr/>
          <p:nvPr/>
        </p:nvSpPr>
        <p:spPr>
          <a:xfrm>
            <a:off x="8799050" y="1971955"/>
            <a:ext cx="2519028" cy="335870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576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4584462D-D1AA-4646-A16C-37BE2E5E4952}"/>
              </a:ext>
            </a:extLst>
          </p:cNvPr>
          <p:cNvGrpSpPr/>
          <p:nvPr/>
        </p:nvGrpSpPr>
        <p:grpSpPr>
          <a:xfrm>
            <a:off x="3181774" y="1622966"/>
            <a:ext cx="5855412" cy="3600000"/>
            <a:chOff x="3141134" y="1907446"/>
            <a:chExt cx="5855412" cy="36000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81C7FE2-5A76-4C1A-8F4E-BBD5A32DB97A}"/>
                </a:ext>
              </a:extLst>
            </p:cNvPr>
            <p:cNvSpPr/>
            <p:nvPr/>
          </p:nvSpPr>
          <p:spPr>
            <a:xfrm>
              <a:off x="3141134" y="1907446"/>
              <a:ext cx="3600000" cy="3600000"/>
            </a:xfrm>
            <a:prstGeom prst="ellips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69B8532-74A5-4C9C-9F0F-AFCC184D8496}"/>
                </a:ext>
              </a:extLst>
            </p:cNvPr>
            <p:cNvSpPr/>
            <p:nvPr/>
          </p:nvSpPr>
          <p:spPr>
            <a:xfrm>
              <a:off x="5396546" y="1907446"/>
              <a:ext cx="3600000" cy="3600000"/>
            </a:xfrm>
            <a:prstGeom prst="ellipse">
              <a:avLst/>
            </a:prstGeom>
            <a:solidFill>
              <a:schemeClr val="accent4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A7034D5-42A8-4241-9D66-9B53239DB210}"/>
              </a:ext>
            </a:extLst>
          </p:cNvPr>
          <p:cNvSpPr txBox="1"/>
          <p:nvPr/>
        </p:nvSpPr>
        <p:spPr>
          <a:xfrm>
            <a:off x="5073925" y="6007164"/>
            <a:ext cx="2044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415009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갈매기형 수장 5">
            <a:extLst>
              <a:ext uri="{FF2B5EF4-FFF2-40B4-BE49-F238E27FC236}">
                <a16:creationId xmlns:a16="http://schemas.microsoft.com/office/drawing/2014/main" id="{1CABAF0A-198C-4992-B7B0-4B084BD61064}"/>
              </a:ext>
            </a:extLst>
          </p:cNvPr>
          <p:cNvSpPr/>
          <p:nvPr/>
        </p:nvSpPr>
        <p:spPr>
          <a:xfrm>
            <a:off x="7743824" y="3174500"/>
            <a:ext cx="3933825" cy="1399868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" name="갈매기형 수장 4">
            <a:extLst>
              <a:ext uri="{FF2B5EF4-FFF2-40B4-BE49-F238E27FC236}">
                <a16:creationId xmlns:a16="http://schemas.microsoft.com/office/drawing/2014/main" id="{AAD8210A-010D-4E5D-881B-5A056565008D}"/>
              </a:ext>
            </a:extLst>
          </p:cNvPr>
          <p:cNvSpPr/>
          <p:nvPr/>
        </p:nvSpPr>
        <p:spPr>
          <a:xfrm>
            <a:off x="4129087" y="3174500"/>
            <a:ext cx="3933825" cy="1399868"/>
          </a:xfrm>
          <a:prstGeom prst="chevr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6" name="오각형 3">
            <a:extLst>
              <a:ext uri="{FF2B5EF4-FFF2-40B4-BE49-F238E27FC236}">
                <a16:creationId xmlns:a16="http://schemas.microsoft.com/office/drawing/2014/main" id="{32439DA9-BCC3-453A-AB7F-A6E155193FDE}"/>
              </a:ext>
            </a:extLst>
          </p:cNvPr>
          <p:cNvSpPr/>
          <p:nvPr/>
        </p:nvSpPr>
        <p:spPr>
          <a:xfrm>
            <a:off x="514350" y="3174500"/>
            <a:ext cx="3933825" cy="1399868"/>
          </a:xfrm>
          <a:prstGeom prst="homePlat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7" name="왼쪽 중괄호 16">
            <a:extLst>
              <a:ext uri="{FF2B5EF4-FFF2-40B4-BE49-F238E27FC236}">
                <a16:creationId xmlns:a16="http://schemas.microsoft.com/office/drawing/2014/main" id="{64E53625-964C-42B0-AF58-A38DB3763505}"/>
              </a:ext>
            </a:extLst>
          </p:cNvPr>
          <p:cNvSpPr/>
          <p:nvPr/>
        </p:nvSpPr>
        <p:spPr>
          <a:xfrm rot="16200000">
            <a:off x="5520931" y="341826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왼쪽 중괄호 17">
            <a:extLst>
              <a:ext uri="{FF2B5EF4-FFF2-40B4-BE49-F238E27FC236}">
                <a16:creationId xmlns:a16="http://schemas.microsoft.com/office/drawing/2014/main" id="{5608BD6C-F679-4787-8289-56FA48C6B839}"/>
              </a:ext>
            </a:extLst>
          </p:cNvPr>
          <p:cNvSpPr/>
          <p:nvPr/>
        </p:nvSpPr>
        <p:spPr>
          <a:xfrm rot="5400000" flipV="1">
            <a:off x="1930006" y="1263995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왼쪽 중괄호 18">
            <a:extLst>
              <a:ext uri="{FF2B5EF4-FFF2-40B4-BE49-F238E27FC236}">
                <a16:creationId xmlns:a16="http://schemas.microsoft.com/office/drawing/2014/main" id="{929C85DA-9B2A-4460-9FE5-B33D497E9AD3}"/>
              </a:ext>
            </a:extLst>
          </p:cNvPr>
          <p:cNvSpPr/>
          <p:nvPr/>
        </p:nvSpPr>
        <p:spPr>
          <a:xfrm rot="5400000" flipV="1">
            <a:off x="9159480" y="1259988"/>
            <a:ext cx="321466" cy="3152778"/>
          </a:xfrm>
          <a:prstGeom prst="leftBrace">
            <a:avLst>
              <a:gd name="adj1" fmla="val 54487"/>
              <a:gd name="adj2" fmla="val 5000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493FD2-01BA-456A-9341-0D82E18607F7}"/>
              </a:ext>
            </a:extLst>
          </p:cNvPr>
          <p:cNvSpPr txBox="1"/>
          <p:nvPr/>
        </p:nvSpPr>
        <p:spPr>
          <a:xfrm>
            <a:off x="1126373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E971A6-8C1F-45B2-84FF-4DF373B39634}"/>
              </a:ext>
            </a:extLst>
          </p:cNvPr>
          <p:cNvSpPr txBox="1"/>
          <p:nvPr/>
        </p:nvSpPr>
        <p:spPr>
          <a:xfrm>
            <a:off x="8355847" y="2235430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0863F0-70BD-43FE-BE41-5F700401B916}"/>
              </a:ext>
            </a:extLst>
          </p:cNvPr>
          <p:cNvSpPr txBox="1"/>
          <p:nvPr/>
        </p:nvSpPr>
        <p:spPr>
          <a:xfrm>
            <a:off x="4717298" y="5230279"/>
            <a:ext cx="19287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dirty="0"/>
              <a:t>내용을 입력하세요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3B10E6-E104-471D-8D2E-2FA0DD279594}"/>
              </a:ext>
            </a:extLst>
          </p:cNvPr>
          <p:cNvSpPr txBox="1"/>
          <p:nvPr/>
        </p:nvSpPr>
        <p:spPr>
          <a:xfrm>
            <a:off x="1074386" y="3621918"/>
            <a:ext cx="26564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내용을 입력하세요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CB2336-2DC1-41D1-AC03-3C274E99293A}"/>
              </a:ext>
            </a:extLst>
          </p:cNvPr>
          <p:cNvSpPr txBox="1"/>
          <p:nvPr/>
        </p:nvSpPr>
        <p:spPr>
          <a:xfrm>
            <a:off x="5094007" y="3621917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CC9224-6BFE-4B92-BA7E-42C9CD1E5C67}"/>
              </a:ext>
            </a:extLst>
          </p:cNvPr>
          <p:cNvSpPr txBox="1"/>
          <p:nvPr/>
        </p:nvSpPr>
        <p:spPr>
          <a:xfrm>
            <a:off x="8708744" y="3621916"/>
            <a:ext cx="25138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내용을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15841484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822FB4E2-868C-45FA-BC82-AC6FBB085B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547027"/>
              </p:ext>
            </p:extLst>
          </p:nvPr>
        </p:nvGraphicFramePr>
        <p:xfrm>
          <a:off x="741728" y="1481442"/>
          <a:ext cx="10886343" cy="456730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28781">
                  <a:extLst>
                    <a:ext uri="{9D8B030D-6E8A-4147-A177-3AD203B41FA5}">
                      <a16:colId xmlns:a16="http://schemas.microsoft.com/office/drawing/2014/main" val="274803735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820828031"/>
                    </a:ext>
                  </a:extLst>
                </a:gridCol>
                <a:gridCol w="3628781">
                  <a:extLst>
                    <a:ext uri="{9D8B030D-6E8A-4147-A177-3AD203B41FA5}">
                      <a16:colId xmlns:a16="http://schemas.microsoft.com/office/drawing/2014/main" val="1382983538"/>
                    </a:ext>
                  </a:extLst>
                </a:gridCol>
              </a:tblGrid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1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2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항목 </a:t>
                      </a:r>
                      <a:r>
                        <a:rPr lang="en-US" altLang="ko-KR" sz="2400" dirty="0">
                          <a:solidFill>
                            <a:schemeClr val="bg1"/>
                          </a:solidFill>
                          <a:latin typeface="+mj-ea"/>
                          <a:ea typeface="+mj-ea"/>
                        </a:rPr>
                        <a:t>3</a:t>
                      </a:r>
                      <a:endParaRPr lang="ko-KR" altLang="en-US" sz="2400" dirty="0">
                        <a:solidFill>
                          <a:schemeClr val="bg1"/>
                        </a:solidFill>
                        <a:latin typeface="+mj-ea"/>
                        <a:ea typeface="+mj-ea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070320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0200448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2358619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강조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9100695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0396960"/>
                  </a:ext>
                </a:extLst>
              </a:tr>
              <a:tr h="761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>
                      <a:noFill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spc="-150" dirty="0">
                          <a:solidFill>
                            <a:srgbClr val="40474D"/>
                          </a:solidFill>
                          <a:latin typeface="+mn-ea"/>
                          <a:ea typeface="+mn-ea"/>
                        </a:rPr>
                        <a:t>내용 입력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62894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966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눈, 실외, 자연, 산이(가) 표시된 사진&#10;&#10;자동 생성된 설명">
            <a:extLst>
              <a:ext uri="{FF2B5EF4-FFF2-40B4-BE49-F238E27FC236}">
                <a16:creationId xmlns:a16="http://schemas.microsoft.com/office/drawing/2014/main" id="{7E2FA2E8-79EF-4D71-AE06-40E6DB40774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040912"/>
            <a:ext cx="12192000" cy="381708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EF534C6-FC61-4EA2-8855-1A1004EB5117}"/>
              </a:ext>
            </a:extLst>
          </p:cNvPr>
          <p:cNvSpPr txBox="1"/>
          <p:nvPr/>
        </p:nvSpPr>
        <p:spPr>
          <a:xfrm>
            <a:off x="543345" y="2147777"/>
            <a:ext cx="15151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200" dirty="0">
                <a:solidFill>
                  <a:schemeClr val="bg1"/>
                </a:solidFill>
              </a:rPr>
              <a:t>Part 3, 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894A62-3A98-4459-B069-8674BB246AAC}"/>
              </a:ext>
            </a:extLst>
          </p:cNvPr>
          <p:cNvSpPr txBox="1"/>
          <p:nvPr/>
        </p:nvSpPr>
        <p:spPr>
          <a:xfrm>
            <a:off x="2633685" y="2178554"/>
            <a:ext cx="446886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dirty="0">
                <a:solidFill>
                  <a:schemeClr val="bg1"/>
                </a:solidFill>
              </a:rPr>
              <a:t>제목을 입력하세요</a:t>
            </a:r>
          </a:p>
        </p:txBody>
      </p:sp>
    </p:spTree>
    <p:extLst>
      <p:ext uri="{BB962C8B-B14F-4D97-AF65-F5344CB8AC3E}">
        <p14:creationId xmlns:p14="http://schemas.microsoft.com/office/powerpoint/2010/main" val="407068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98FFD00A-2DF4-4775-AAC7-43F3FE6D0795}"/>
              </a:ext>
            </a:extLst>
          </p:cNvPr>
          <p:cNvGrpSpPr/>
          <p:nvPr/>
        </p:nvGrpSpPr>
        <p:grpSpPr>
          <a:xfrm>
            <a:off x="1212348" y="1627613"/>
            <a:ext cx="9860870" cy="3519581"/>
            <a:chOff x="1303788" y="1886251"/>
            <a:chExt cx="9860870" cy="351958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0E8F7FC-C6F3-4F21-A228-1AB0954E1DC3}"/>
                </a:ext>
              </a:extLst>
            </p:cNvPr>
            <p:cNvSpPr txBox="1"/>
            <p:nvPr/>
          </p:nvSpPr>
          <p:spPr>
            <a:xfrm>
              <a:off x="1303788" y="1886251"/>
              <a:ext cx="2641589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3800" dirty="0">
                  <a:solidFill>
                    <a:schemeClr val="bg1"/>
                  </a:solidFill>
                </a:rPr>
                <a:t> 「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F80C6E19-4D93-4CF5-9BA6-A2D9A2A68187}"/>
                </a:ext>
              </a:extLst>
            </p:cNvPr>
            <p:cNvSpPr txBox="1"/>
            <p:nvPr/>
          </p:nvSpPr>
          <p:spPr>
            <a:xfrm>
              <a:off x="9865905" y="3189841"/>
              <a:ext cx="1298753" cy="2215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>
                <a:defRPr sz="13800">
                  <a:solidFill>
                    <a:srgbClr val="0194E7"/>
                  </a:solidFill>
                </a:defRPr>
              </a:lvl1pPr>
            </a:lstStyle>
            <a:p>
              <a:r>
                <a:rPr lang="ko-KR" altLang="en-US" dirty="0">
                  <a:solidFill>
                    <a:schemeClr val="bg1"/>
                  </a:solidFill>
                </a:rPr>
                <a:t>」 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52457443-236A-4B97-AB90-9C203498A48B}"/>
              </a:ext>
            </a:extLst>
          </p:cNvPr>
          <p:cNvSpPr txBox="1"/>
          <p:nvPr/>
        </p:nvSpPr>
        <p:spPr>
          <a:xfrm>
            <a:off x="3048886" y="2931203"/>
            <a:ext cx="6097772" cy="995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10000"/>
              </a:lnSpc>
            </a:pPr>
            <a:r>
              <a:rPr lang="ko-KR" altLang="en-US" sz="1800" i="1" spc="-150" dirty="0">
                <a:solidFill>
                  <a:schemeClr val="bg1"/>
                </a:solidFill>
              </a:rPr>
              <a:t>그리워 멀리 하나에 이름과</a:t>
            </a:r>
            <a:r>
              <a:rPr lang="en-US" altLang="ko-KR" sz="1800" i="1" spc="-150" dirty="0">
                <a:solidFill>
                  <a:schemeClr val="bg1"/>
                </a:solidFill>
              </a:rPr>
              <a:t>,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무엇인지 별에도 어머니 이름자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하나에 슬퍼하는 너무나 위에 된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없이 별에도 이름을 나는 풀이 </a:t>
            </a:r>
            <a:r>
              <a:rPr lang="ko-KR" altLang="en-US" sz="1800" i="1" spc="-150" dirty="0" err="1">
                <a:solidFill>
                  <a:schemeClr val="bg1"/>
                </a:solidFill>
              </a:rPr>
              <a:t>거외다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 </a:t>
            </a:r>
            <a:r>
              <a:rPr lang="ko-KR" altLang="en-US" sz="1800" i="1" spc="-150" dirty="0">
                <a:solidFill>
                  <a:schemeClr val="bg1"/>
                </a:solidFill>
              </a:rPr>
              <a:t>부끄러운 시와 계절이 봅니다</a:t>
            </a:r>
            <a:r>
              <a:rPr lang="en-US" altLang="ko-KR" sz="1800" i="1" spc="-150" dirty="0">
                <a:solidFill>
                  <a:schemeClr val="bg1"/>
                </a:solidFill>
              </a:rPr>
              <a:t>.</a:t>
            </a:r>
            <a:endParaRPr lang="ko-KR" altLang="en-US" sz="1800" i="1" spc="-1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9263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782C3F-5E2B-45E6-A397-9B74A7F3ED15}"/>
              </a:ext>
            </a:extLst>
          </p:cNvPr>
          <p:cNvSpPr/>
          <p:nvPr/>
        </p:nvSpPr>
        <p:spPr>
          <a:xfrm>
            <a:off x="1086539" y="1502129"/>
            <a:ext cx="4902200" cy="22351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7254D8-ED4C-4C03-9051-301F2951AB4C}"/>
              </a:ext>
            </a:extLst>
          </p:cNvPr>
          <p:cNvSpPr/>
          <p:nvPr/>
        </p:nvSpPr>
        <p:spPr>
          <a:xfrm>
            <a:off x="6217339" y="1502128"/>
            <a:ext cx="4902200" cy="22351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F8A8A9B-383C-4B3B-A3D1-00A3CFDCBC47}"/>
              </a:ext>
            </a:extLst>
          </p:cNvPr>
          <p:cNvSpPr/>
          <p:nvPr/>
        </p:nvSpPr>
        <p:spPr>
          <a:xfrm>
            <a:off x="1086539" y="3934394"/>
            <a:ext cx="4902200" cy="22351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7625CD6-BDA1-4AF7-A9B2-F6CD1AAA07E2}"/>
              </a:ext>
            </a:extLst>
          </p:cNvPr>
          <p:cNvSpPr/>
          <p:nvPr/>
        </p:nvSpPr>
        <p:spPr>
          <a:xfrm>
            <a:off x="6217339" y="3934393"/>
            <a:ext cx="4902200" cy="2235195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897C7A-5958-4D1D-B65B-A0394ECFE78E}"/>
              </a:ext>
            </a:extLst>
          </p:cNvPr>
          <p:cNvSpPr/>
          <p:nvPr/>
        </p:nvSpPr>
        <p:spPr>
          <a:xfrm>
            <a:off x="5379139" y="3144506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0C36B9-93DB-4331-A82C-59487B6C77D0}"/>
              </a:ext>
            </a:extLst>
          </p:cNvPr>
          <p:cNvSpPr txBox="1"/>
          <p:nvPr/>
        </p:nvSpPr>
        <p:spPr>
          <a:xfrm>
            <a:off x="5441995" y="3154973"/>
            <a:ext cx="354584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S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72D1632-C5FE-4E7E-A462-8A79991B745A}"/>
              </a:ext>
            </a:extLst>
          </p:cNvPr>
          <p:cNvSpPr/>
          <p:nvPr/>
        </p:nvSpPr>
        <p:spPr>
          <a:xfrm>
            <a:off x="6336295" y="3144506"/>
            <a:ext cx="482600" cy="482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3B7D8C-A5ED-41D9-9E3E-788A27D7B130}"/>
              </a:ext>
            </a:extLst>
          </p:cNvPr>
          <p:cNvSpPr txBox="1"/>
          <p:nvPr/>
        </p:nvSpPr>
        <p:spPr>
          <a:xfrm>
            <a:off x="6312588" y="3159992"/>
            <a:ext cx="527709" cy="46166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W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DE47974-120E-4C36-BC0A-06F27A851E8A}"/>
              </a:ext>
            </a:extLst>
          </p:cNvPr>
          <p:cNvSpPr/>
          <p:nvPr/>
        </p:nvSpPr>
        <p:spPr>
          <a:xfrm>
            <a:off x="5377987" y="4044089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1F0BD0-A98A-4896-8037-A4F8EDD43EC9}"/>
              </a:ext>
            </a:extLst>
          </p:cNvPr>
          <p:cNvSpPr txBox="1"/>
          <p:nvPr/>
        </p:nvSpPr>
        <p:spPr>
          <a:xfrm>
            <a:off x="5402188" y="4054556"/>
            <a:ext cx="426720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ct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O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6DC2A32-35C8-46EE-A821-0D9880D7A4C9}"/>
              </a:ext>
            </a:extLst>
          </p:cNvPr>
          <p:cNvSpPr/>
          <p:nvPr/>
        </p:nvSpPr>
        <p:spPr>
          <a:xfrm>
            <a:off x="6335143" y="4044088"/>
            <a:ext cx="482600" cy="482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  <a:latin typeface="+mj-lt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B651C5B-F53E-48F8-8A7C-DBE0A2D16A83}"/>
              </a:ext>
            </a:extLst>
          </p:cNvPr>
          <p:cNvSpPr txBox="1"/>
          <p:nvPr/>
        </p:nvSpPr>
        <p:spPr>
          <a:xfrm>
            <a:off x="6385175" y="4054555"/>
            <a:ext cx="381836" cy="461665"/>
          </a:xfrm>
          <a:prstGeom prst="rect">
            <a:avLst/>
          </a:prstGeom>
          <a:solidFill>
            <a:schemeClr val="accent6"/>
          </a:solidFill>
        </p:spPr>
        <p:txBody>
          <a:bodyPr wrap="none" rtlCol="0">
            <a:spAutoFit/>
          </a:bodyPr>
          <a:lstStyle/>
          <a:p>
            <a:pPr algn="r"/>
            <a:r>
              <a:rPr lang="pt-BR" altLang="ko-KR" sz="2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rPr>
              <a:t>T</a:t>
            </a:r>
            <a:endParaRPr lang="ko-KR" altLang="en-US" sz="2400" b="1" dirty="0">
              <a:solidFill>
                <a:schemeClr val="tx1">
                  <a:lumMod val="75000"/>
                  <a:lumOff val="25000"/>
                </a:schemeClr>
              </a:solidFill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2D4369-E78B-4EE7-9EDC-BA51CAC0E44A}"/>
              </a:ext>
            </a:extLst>
          </p:cNvPr>
          <p:cNvSpPr txBox="1"/>
          <p:nvPr/>
        </p:nvSpPr>
        <p:spPr>
          <a:xfrm>
            <a:off x="1312409" y="1762535"/>
            <a:ext cx="2159566" cy="17157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0DC1D9-B35F-4F0C-ADF0-60960D948417}"/>
              </a:ext>
            </a:extLst>
          </p:cNvPr>
          <p:cNvSpPr txBox="1"/>
          <p:nvPr/>
        </p:nvSpPr>
        <p:spPr>
          <a:xfrm>
            <a:off x="8697280" y="1762535"/>
            <a:ext cx="2146742" cy="17197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911753-FD6D-4344-8A68-5869B2957791}"/>
              </a:ext>
            </a:extLst>
          </p:cNvPr>
          <p:cNvSpPr txBox="1"/>
          <p:nvPr/>
        </p:nvSpPr>
        <p:spPr>
          <a:xfrm>
            <a:off x="1312409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18D93F-D242-4FDF-886D-A1A54CA6997F}"/>
              </a:ext>
            </a:extLst>
          </p:cNvPr>
          <p:cNvSpPr txBox="1"/>
          <p:nvPr/>
        </p:nvSpPr>
        <p:spPr>
          <a:xfrm>
            <a:off x="8806285" y="4194800"/>
            <a:ext cx="2037737" cy="17143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  <a:p>
            <a:pPr marL="285750" indent="-285750" algn="r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pc="-150" dirty="0">
                <a:solidFill>
                  <a:schemeClr val="bg1"/>
                </a:solidFill>
                <a:latin typeface="+mn-ea"/>
              </a:rPr>
              <a:t>내용을 입력하세요</a:t>
            </a:r>
            <a:endParaRPr lang="en-US" altLang="ko-KR" spc="-150" dirty="0">
              <a:solidFill>
                <a:schemeClr val="bg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5219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AB1A0E30-E417-4029-833B-8A9F5D048EA4}"/>
              </a:ext>
            </a:extLst>
          </p:cNvPr>
          <p:cNvCxnSpPr/>
          <p:nvPr/>
        </p:nvCxnSpPr>
        <p:spPr>
          <a:xfrm>
            <a:off x="6098440" y="3277766"/>
            <a:ext cx="0" cy="119286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F03C4A1F-CEF3-4BDA-8187-818E713118DE}"/>
              </a:ext>
            </a:extLst>
          </p:cNvPr>
          <p:cNvCxnSpPr/>
          <p:nvPr/>
        </p:nvCxnSpPr>
        <p:spPr>
          <a:xfrm flipH="1">
            <a:off x="4792403" y="4477932"/>
            <a:ext cx="1288010" cy="7744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B3645B83-4A34-4D59-BF6D-C7B659F4EE06}"/>
              </a:ext>
            </a:extLst>
          </p:cNvPr>
          <p:cNvCxnSpPr/>
          <p:nvPr/>
        </p:nvCxnSpPr>
        <p:spPr>
          <a:xfrm>
            <a:off x="6127464" y="4477929"/>
            <a:ext cx="1072693" cy="67924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F3506F38-D7CA-4295-983C-8A7CA0056781}"/>
              </a:ext>
            </a:extLst>
          </p:cNvPr>
          <p:cNvSpPr/>
          <p:nvPr/>
        </p:nvSpPr>
        <p:spPr>
          <a:xfrm>
            <a:off x="3560349" y="4684287"/>
            <a:ext cx="1758766" cy="175876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305AAFFA-CA45-4BA8-9267-65857DA78E11}"/>
              </a:ext>
            </a:extLst>
          </p:cNvPr>
          <p:cNvSpPr/>
          <p:nvPr/>
        </p:nvSpPr>
        <p:spPr>
          <a:xfrm>
            <a:off x="5216617" y="1528154"/>
            <a:ext cx="1758766" cy="175876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E13E564-5A9C-479A-9341-19223AE77C03}"/>
              </a:ext>
            </a:extLst>
          </p:cNvPr>
          <p:cNvSpPr/>
          <p:nvPr/>
        </p:nvSpPr>
        <p:spPr>
          <a:xfrm>
            <a:off x="6975383" y="4684287"/>
            <a:ext cx="1758766" cy="1758766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9CB9B7-B0C7-4080-ABEB-18D35BAE8C2A}"/>
              </a:ext>
            </a:extLst>
          </p:cNvPr>
          <p:cNvSpPr txBox="1"/>
          <p:nvPr/>
        </p:nvSpPr>
        <p:spPr>
          <a:xfrm>
            <a:off x="5760361" y="2047280"/>
            <a:ext cx="65915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A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AE361D-0084-477A-ABCB-B0E1194C754C}"/>
              </a:ext>
            </a:extLst>
          </p:cNvPr>
          <p:cNvSpPr txBox="1"/>
          <p:nvPr/>
        </p:nvSpPr>
        <p:spPr>
          <a:xfrm>
            <a:off x="4126986" y="5212760"/>
            <a:ext cx="6254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B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B5EB23-D548-4B79-9A58-CB41B21601F6}"/>
              </a:ext>
            </a:extLst>
          </p:cNvPr>
          <p:cNvSpPr txBox="1"/>
          <p:nvPr/>
        </p:nvSpPr>
        <p:spPr>
          <a:xfrm>
            <a:off x="7502746" y="5214456"/>
            <a:ext cx="70404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400" b="1" dirty="0">
                <a:solidFill>
                  <a:schemeClr val="bg1"/>
                </a:solidFill>
                <a:latin typeface="+mj-lt"/>
              </a:rPr>
              <a:t>C</a:t>
            </a:r>
            <a:endParaRPr lang="ko-KR" altLang="en-US" sz="4400" b="1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1E25C83-80B1-4393-95ED-E8AB576A35B0}"/>
              </a:ext>
            </a:extLst>
          </p:cNvPr>
          <p:cNvGrpSpPr/>
          <p:nvPr/>
        </p:nvGrpSpPr>
        <p:grpSpPr>
          <a:xfrm>
            <a:off x="474868" y="4626034"/>
            <a:ext cx="2858426" cy="1942892"/>
            <a:chOff x="281014" y="4235821"/>
            <a:chExt cx="2858426" cy="194289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B0B1F92F-2EC6-426C-B307-97E478F2E6B7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8956EFB-7AF3-4652-86FD-0780D710A34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96AA5402-DF74-4BB3-AED0-51C0D35A08BF}"/>
              </a:ext>
            </a:extLst>
          </p:cNvPr>
          <p:cNvGrpSpPr/>
          <p:nvPr/>
        </p:nvGrpSpPr>
        <p:grpSpPr>
          <a:xfrm>
            <a:off x="8961204" y="4592224"/>
            <a:ext cx="2858426" cy="1942892"/>
            <a:chOff x="281014" y="4235821"/>
            <a:chExt cx="2858426" cy="194289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371B2C7-E480-4122-A41C-4E6315D2FBA4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577474B4-F6CE-404C-A04D-5DA66D770926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C7AD53C5-8293-4807-BCA8-E58FDAF03EF6}"/>
              </a:ext>
            </a:extLst>
          </p:cNvPr>
          <p:cNvGrpSpPr/>
          <p:nvPr/>
        </p:nvGrpSpPr>
        <p:grpSpPr>
          <a:xfrm>
            <a:off x="7253476" y="1437052"/>
            <a:ext cx="2858426" cy="1942892"/>
            <a:chOff x="281014" y="4235821"/>
            <a:chExt cx="2858426" cy="194289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6B87E40-8C6D-411B-ADF3-D51036089F8E}"/>
                </a:ext>
              </a:extLst>
            </p:cNvPr>
            <p:cNvSpPr txBox="1"/>
            <p:nvPr/>
          </p:nvSpPr>
          <p:spPr>
            <a:xfrm>
              <a:off x="281014" y="4793718"/>
              <a:ext cx="2858426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ko-KR" altLang="en-US" sz="1400" dirty="0"/>
                <a:t>역사를 곧 바이며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풀이 있다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발휘하기 가슴에 커다란 청춘에서만 그들의 이것이다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눈에 희망의 사랑의 가장 주며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더운지라 가슴에 황금시대다</a:t>
              </a:r>
              <a:r>
                <a:rPr lang="en-US" altLang="ko-KR" sz="1400" dirty="0"/>
                <a:t>. </a:t>
              </a:r>
              <a:r>
                <a:rPr lang="ko-KR" altLang="en-US" sz="1400" dirty="0"/>
                <a:t>얼음과 따뜻한 설산에서 돋고</a:t>
              </a:r>
              <a:r>
                <a:rPr lang="en-US" altLang="ko-KR" sz="1400" dirty="0"/>
                <a:t>, </a:t>
              </a:r>
              <a:r>
                <a:rPr lang="ko-KR" altLang="en-US" sz="1400" dirty="0"/>
                <a:t>불러 인생을 불어 </a:t>
              </a:r>
              <a:r>
                <a:rPr lang="ko-KR" altLang="en-US" sz="1400" dirty="0" err="1"/>
                <a:t>쓸쓸하랴</a:t>
              </a:r>
              <a:r>
                <a:rPr lang="en-US" altLang="ko-KR" sz="1400" dirty="0"/>
                <a:t>? </a:t>
              </a:r>
              <a:endParaRPr lang="ko-KR" altLang="en-US" sz="1400" dirty="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0BC1EF5-EBED-4AC4-B387-8C489328EA39}"/>
                </a:ext>
              </a:extLst>
            </p:cNvPr>
            <p:cNvSpPr txBox="1"/>
            <p:nvPr/>
          </p:nvSpPr>
          <p:spPr>
            <a:xfrm>
              <a:off x="281014" y="4235821"/>
              <a:ext cx="194796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제목을 입력하세요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10781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graphicFrame>
        <p:nvGraphicFramePr>
          <p:cNvPr id="24" name="다이어그램 23">
            <a:extLst>
              <a:ext uri="{FF2B5EF4-FFF2-40B4-BE49-F238E27FC236}">
                <a16:creationId xmlns:a16="http://schemas.microsoft.com/office/drawing/2014/main" id="{EE3E2F4D-6BE1-4FCD-B33E-961CD7CF38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09711143"/>
              </p:ext>
            </p:extLst>
          </p:nvPr>
        </p:nvGraphicFramePr>
        <p:xfrm>
          <a:off x="417217" y="2081080"/>
          <a:ext cx="5410200" cy="38226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3A60998A-E839-4F72-83D7-9194FA3C7526}"/>
              </a:ext>
            </a:extLst>
          </p:cNvPr>
          <p:cNvSpPr txBox="1"/>
          <p:nvPr/>
        </p:nvSpPr>
        <p:spPr>
          <a:xfrm>
            <a:off x="6504263" y="359146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E0717-CD8B-42B4-A8A2-4E605CEEBAB8}"/>
              </a:ext>
            </a:extLst>
          </p:cNvPr>
          <p:cNvSpPr txBox="1"/>
          <p:nvPr/>
        </p:nvSpPr>
        <p:spPr>
          <a:xfrm>
            <a:off x="6504263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AFF4DE48-4666-4E6F-9AD6-32D570A160F3}"/>
              </a:ext>
            </a:extLst>
          </p:cNvPr>
          <p:cNvCxnSpPr/>
          <p:nvPr/>
        </p:nvCxnSpPr>
        <p:spPr>
          <a:xfrm>
            <a:off x="6504263" y="3429000"/>
            <a:ext cx="568773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485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9A8E474A-6ECB-442D-8A42-7881F4DFBB2A}"/>
              </a:ext>
            </a:extLst>
          </p:cNvPr>
          <p:cNvCxnSpPr>
            <a:cxnSpLocks/>
          </p:cNvCxnSpPr>
          <p:nvPr/>
        </p:nvCxnSpPr>
        <p:spPr>
          <a:xfrm>
            <a:off x="177800" y="835707"/>
            <a:ext cx="12014200" cy="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76EF8051-9646-4552-BE57-7D95D1538BA2}"/>
              </a:ext>
            </a:extLst>
          </p:cNvPr>
          <p:cNvSpPr/>
          <p:nvPr/>
        </p:nvSpPr>
        <p:spPr>
          <a:xfrm>
            <a:off x="0" y="0"/>
            <a:ext cx="1778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FA9BC9-96FB-4B17-AF51-48D81692F2D7}"/>
              </a:ext>
            </a:extLst>
          </p:cNvPr>
          <p:cNvSpPr txBox="1"/>
          <p:nvPr/>
        </p:nvSpPr>
        <p:spPr>
          <a:xfrm>
            <a:off x="329610" y="111525"/>
            <a:ext cx="31341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제목을 입력하세요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10094F0-AB1E-419D-B16F-D9606831EB66}"/>
              </a:ext>
            </a:extLst>
          </p:cNvPr>
          <p:cNvSpPr/>
          <p:nvPr/>
        </p:nvSpPr>
        <p:spPr>
          <a:xfrm>
            <a:off x="521671" y="1291995"/>
            <a:ext cx="11378958" cy="5154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1B6CB4A3-1B73-4653-A34C-85DA2F8872C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3677648"/>
              </p:ext>
            </p:extLst>
          </p:nvPr>
        </p:nvGraphicFramePr>
        <p:xfrm>
          <a:off x="6843869" y="1521410"/>
          <a:ext cx="4826460" cy="46960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79FA120-F414-47F7-A373-3864606C32DD}"/>
              </a:ext>
            </a:extLst>
          </p:cNvPr>
          <p:cNvSpPr txBox="1"/>
          <p:nvPr/>
        </p:nvSpPr>
        <p:spPr>
          <a:xfrm>
            <a:off x="839418" y="4232922"/>
            <a:ext cx="473204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한 헤는 내일 계절이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새겨지는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위에 아침이 가을 별 하나에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라이너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이런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별 것은 어머니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그리워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어머니 사랑과 한 이네들은 불러 별빛이 둘 않은 어머님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거외다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말 묻힌 노루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소학교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흙으로 이 까닭입니다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아름다운 옥 마리아 별 흙으로 않은 </a:t>
            </a:r>
            <a:r>
              <a:rPr lang="ko-KR" altLang="en-US" sz="1600" spc="-150" dirty="0" err="1">
                <a:latin typeface="Arial" panose="020B0604020202020204" pitchFamily="34" charset="0"/>
                <a:cs typeface="Arial" panose="020B0604020202020204" pitchFamily="34" charset="0"/>
              </a:rPr>
              <a:t>마디씩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 봅니다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ko-KR" altLang="en-US" sz="1600" spc="-150" dirty="0">
                <a:latin typeface="Arial" panose="020B0604020202020204" pitchFamily="34" charset="0"/>
                <a:cs typeface="Arial" panose="020B0604020202020204" pitchFamily="34" charset="0"/>
              </a:rPr>
              <a:t>하나에 풀이 무성할 언덕 벌레는 둘 버리었습니다</a:t>
            </a:r>
            <a:r>
              <a:rPr lang="en-US" altLang="ko-KR" sz="1600" spc="-15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ko-KR" altLang="en-US" sz="1600" spc="-1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8AD71-585F-461D-A45B-DEFFEE9BE933}"/>
              </a:ext>
            </a:extLst>
          </p:cNvPr>
          <p:cNvSpPr txBox="1"/>
          <p:nvPr/>
        </p:nvSpPr>
        <p:spPr>
          <a:xfrm>
            <a:off x="856971" y="1884039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81915D1-0F89-4303-80B5-E5E4408EC583}"/>
              </a:ext>
            </a:extLst>
          </p:cNvPr>
          <p:cNvCxnSpPr>
            <a:cxnSpLocks/>
          </p:cNvCxnSpPr>
          <p:nvPr/>
        </p:nvCxnSpPr>
        <p:spPr>
          <a:xfrm>
            <a:off x="967563" y="1657725"/>
            <a:ext cx="776177" cy="0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8082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침대, 실내, 앉아있는, 테이블이(가) 표시된 사진&#10;&#10;자동 생성된 설명">
            <a:extLst>
              <a:ext uri="{FF2B5EF4-FFF2-40B4-BE49-F238E27FC236}">
                <a16:creationId xmlns:a16="http://schemas.microsoft.com/office/drawing/2014/main" id="{F83D9A3B-D483-493D-BA99-E4FB75D30D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4EA04D-F465-4ADF-8B8E-8927B90942A0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A083EC-6D70-48BC-AE74-3FF5273F0364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9E12C1BE-4F1E-4F18-B068-5A8D61623AEC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52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앉아있는, 작은, 침대이(가) 표시된 사진&#10;&#10;자동 생성된 설명">
            <a:extLst>
              <a:ext uri="{FF2B5EF4-FFF2-40B4-BE49-F238E27FC236}">
                <a16:creationId xmlns:a16="http://schemas.microsoft.com/office/drawing/2014/main" id="{119B61DF-DD71-477E-9BF0-42F785F6B37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76ADFEC-BB58-4D70-9FD2-B61721B1938A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DF015D-7C45-422F-BF86-AAAD7FF491D3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8F15EEA-547D-421E-908C-354ED5DA0C11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571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컵, 커피, 테이블, 앉아있는이(가) 표시된 사진&#10;&#10;자동 생성된 설명">
            <a:extLst>
              <a:ext uri="{FF2B5EF4-FFF2-40B4-BE49-F238E27FC236}">
                <a16:creationId xmlns:a16="http://schemas.microsoft.com/office/drawing/2014/main" id="{C9E46430-D944-4058-86A7-C6A87CB5618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9AD39D1-E922-4599-9C41-2A3083FC6ED2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C8F0F1-3834-43F9-9EAF-BB8A854E7598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3A012AF-266B-4F98-B1BF-51E34CE46F69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041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내, 테이블, 앉아있는, 와인이(가) 표시된 사진&#10;&#10;자동 생성된 설명">
            <a:extLst>
              <a:ext uri="{FF2B5EF4-FFF2-40B4-BE49-F238E27FC236}">
                <a16:creationId xmlns:a16="http://schemas.microsoft.com/office/drawing/2014/main" id="{D518911D-6752-4A8F-B9C7-243ABA168AE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609600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3C096D-564A-4430-BDD5-9A7467FF261F}"/>
              </a:ext>
            </a:extLst>
          </p:cNvPr>
          <p:cNvSpPr txBox="1"/>
          <p:nvPr/>
        </p:nvSpPr>
        <p:spPr>
          <a:xfrm>
            <a:off x="651489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E91BA-22DB-486F-8265-265EC65310B6}"/>
              </a:ext>
            </a:extLst>
          </p:cNvPr>
          <p:cNvSpPr txBox="1"/>
          <p:nvPr/>
        </p:nvSpPr>
        <p:spPr>
          <a:xfrm>
            <a:off x="651489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2323070E-2B31-45C3-B3CD-41AE694A1063}"/>
              </a:ext>
            </a:extLst>
          </p:cNvPr>
          <p:cNvCxnSpPr>
            <a:cxnSpLocks/>
          </p:cNvCxnSpPr>
          <p:nvPr/>
        </p:nvCxnSpPr>
        <p:spPr>
          <a:xfrm>
            <a:off x="651489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110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기차, 트랙, 건물이(가) 표시된 사진&#10;&#10;자동 생성된 설명">
            <a:extLst>
              <a:ext uri="{FF2B5EF4-FFF2-40B4-BE49-F238E27FC236}">
                <a16:creationId xmlns:a16="http://schemas.microsoft.com/office/drawing/2014/main" id="{8CD409FB-2257-453E-B6C3-2178E177692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D0ACFEB-2299-478B-951A-006725EED731}"/>
              </a:ext>
            </a:extLst>
          </p:cNvPr>
          <p:cNvSpPr txBox="1"/>
          <p:nvPr/>
        </p:nvSpPr>
        <p:spPr>
          <a:xfrm>
            <a:off x="528765" y="3583489"/>
            <a:ext cx="5270520" cy="214475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just">
              <a:lnSpc>
                <a:spcPct val="120000"/>
              </a:lnSpc>
            </a:pPr>
            <a:r>
              <a:rPr lang="ko-KR" altLang="en-US" sz="1600" spc="-150" dirty="0">
                <a:latin typeface="+mn-ea"/>
              </a:rPr>
              <a:t>그리워 멀리 하나에 이름과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무엇인지 별에도 어머니 이름자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슬퍼하는 너무나 위에 된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없이 별에도 이름을 나는 풀이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부끄러운 시와 계절이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나의 묻힌 속의 이웃 하나의 사랑과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위에 강아지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새겨지는 별 불러 어머니</a:t>
            </a:r>
            <a:r>
              <a:rPr lang="en-US" altLang="ko-KR" sz="1600" spc="-150" dirty="0">
                <a:latin typeface="+mn-ea"/>
              </a:rPr>
              <a:t>, </a:t>
            </a:r>
            <a:r>
              <a:rPr lang="ko-KR" altLang="en-US" sz="1600" spc="-150" dirty="0">
                <a:latin typeface="+mn-ea"/>
              </a:rPr>
              <a:t>이제 것은 별들을 </a:t>
            </a:r>
            <a:r>
              <a:rPr lang="ko-KR" altLang="en-US" sz="1600" spc="-150" dirty="0" err="1">
                <a:latin typeface="+mn-ea"/>
              </a:rPr>
              <a:t>거외다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된 슬퍼하는 못 별 시인의 사랑과 있습니다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멀리 그러나 이런 겨울이 봅니다</a:t>
            </a:r>
            <a:r>
              <a:rPr lang="en-US" altLang="ko-KR" sz="1600" spc="-150" dirty="0">
                <a:latin typeface="+mn-ea"/>
              </a:rPr>
              <a:t>. </a:t>
            </a:r>
            <a:r>
              <a:rPr lang="ko-KR" altLang="en-US" sz="1600" spc="-150" dirty="0">
                <a:latin typeface="+mn-ea"/>
              </a:rPr>
              <a:t>하나에 풀이 별 </a:t>
            </a:r>
            <a:r>
              <a:rPr lang="ko-KR" altLang="en-US" sz="1600" spc="-150" dirty="0" err="1">
                <a:latin typeface="+mn-ea"/>
              </a:rPr>
              <a:t>라이너</a:t>
            </a:r>
            <a:r>
              <a:rPr lang="ko-KR" altLang="en-US" sz="1600" spc="-150" dirty="0">
                <a:latin typeface="+mn-ea"/>
              </a:rPr>
              <a:t> 쓸쓸함과 버리었습니다</a:t>
            </a:r>
            <a:r>
              <a:rPr lang="en-US" altLang="ko-KR" sz="1600" spc="-150" dirty="0">
                <a:latin typeface="+mn-ea"/>
              </a:rPr>
              <a:t>. </a:t>
            </a:r>
            <a:endParaRPr lang="ko-KR" altLang="en-US" sz="1600" spc="-150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7A2788-7369-4216-A5F4-6E3FD9AA34EC}"/>
              </a:ext>
            </a:extLst>
          </p:cNvPr>
          <p:cNvSpPr txBox="1"/>
          <p:nvPr/>
        </p:nvSpPr>
        <p:spPr>
          <a:xfrm>
            <a:off x="528765" y="2705686"/>
            <a:ext cx="34932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소제목을 입력하세요</a:t>
            </a: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1AE128A5-6324-45DB-9C64-010AC12B3F02}"/>
              </a:ext>
            </a:extLst>
          </p:cNvPr>
          <p:cNvCxnSpPr>
            <a:cxnSpLocks/>
          </p:cNvCxnSpPr>
          <p:nvPr/>
        </p:nvCxnSpPr>
        <p:spPr>
          <a:xfrm>
            <a:off x="528765" y="3421020"/>
            <a:ext cx="519155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3141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실외, 자연, 물, 해변이(가) 표시된 사진&#10;&#10;자동 생성된 설명">
            <a:extLst>
              <a:ext uri="{FF2B5EF4-FFF2-40B4-BE49-F238E27FC236}">
                <a16:creationId xmlns:a16="http://schemas.microsoft.com/office/drawing/2014/main" id="{EF86BDD0-98BF-4BEF-B4A9-EFA8B57805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A0FB8B4C-07AF-4C6A-A019-A5544A66D523}"/>
              </a:ext>
            </a:extLst>
          </p:cNvPr>
          <p:cNvSpPr/>
          <p:nvPr/>
        </p:nvSpPr>
        <p:spPr>
          <a:xfrm>
            <a:off x="0" y="0"/>
            <a:ext cx="12192000" cy="3429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679CA0-EDDD-4ACD-9947-D034F34E4F68}"/>
              </a:ext>
            </a:extLst>
          </p:cNvPr>
          <p:cNvSpPr txBox="1"/>
          <p:nvPr/>
        </p:nvSpPr>
        <p:spPr>
          <a:xfrm>
            <a:off x="5009805" y="2222212"/>
            <a:ext cx="21723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3200" dirty="0">
                <a:solidFill>
                  <a:schemeClr val="bg1"/>
                </a:solidFill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3669176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winterdream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345C"/>
      </a:accent1>
      <a:accent2>
        <a:srgbClr val="326393"/>
      </a:accent2>
      <a:accent3>
        <a:srgbClr val="6D8CAC"/>
      </a:accent3>
      <a:accent4>
        <a:srgbClr val="C9CACF"/>
      </a:accent4>
      <a:accent5>
        <a:srgbClr val="CAB5BD"/>
      </a:accent5>
      <a:accent6>
        <a:srgbClr val="F1ECE6"/>
      </a:accent6>
      <a:hlink>
        <a:srgbClr val="3F3F3F"/>
      </a:hlink>
      <a:folHlink>
        <a:srgbClr val="3F3F3F"/>
      </a:folHlink>
    </a:clrScheme>
    <a:fontScheme name="마루 부리 Beta">
      <a:majorFont>
        <a:latin typeface="마루 부리 Beta"/>
        <a:ea typeface="마루 부리 Beta"/>
        <a:cs typeface=""/>
      </a:majorFont>
      <a:minorFont>
        <a:latin typeface="마루 부리 Beta"/>
        <a:ea typeface="마루 부리 Beta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353</TotalTime>
  <Words>1022</Words>
  <Application>Microsoft Office PowerPoint</Application>
  <PresentationFormat>와이드스크린</PresentationFormat>
  <Paragraphs>137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2" baseType="lpstr">
      <vt:lpstr>마루 부리 Beta</vt:lpstr>
      <vt:lpstr>휴먼매직체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유 새별</dc:creator>
  <cp:lastModifiedBy>yoon xihyeon</cp:lastModifiedBy>
  <cp:revision>19</cp:revision>
  <dcterms:created xsi:type="dcterms:W3CDTF">2020-11-18T01:48:02Z</dcterms:created>
  <dcterms:modified xsi:type="dcterms:W3CDTF">2022-11-14T04:09:59Z</dcterms:modified>
</cp:coreProperties>
</file>