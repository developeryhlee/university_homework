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1" r:id="rId3"/>
    <p:sldId id="315" r:id="rId4"/>
    <p:sldId id="316" r:id="rId5"/>
    <p:sldId id="317" r:id="rId6"/>
    <p:sldId id="318" r:id="rId7"/>
    <p:sldId id="319" r:id="rId8"/>
    <p:sldId id="320" r:id="rId9"/>
    <p:sldId id="321" r:id="rId10"/>
    <p:sldId id="322" r:id="rId11"/>
    <p:sldId id="323" r:id="rId12"/>
    <p:sldId id="324" r:id="rId13"/>
    <p:sldId id="325" r:id="rId14"/>
    <p:sldId id="326" r:id="rId15"/>
    <p:sldId id="327" r:id="rId16"/>
    <p:sldId id="295" r:id="rId17"/>
    <p:sldId id="300" r:id="rId18"/>
    <p:sldId id="301" r:id="rId19"/>
    <p:sldId id="302" r:id="rId20"/>
    <p:sldId id="303" r:id="rId21"/>
    <p:sldId id="287" r:id="rId22"/>
    <p:sldId id="280" r:id="rId23"/>
    <p:sldId id="289" r:id="rId24"/>
    <p:sldId id="288" r:id="rId25"/>
    <p:sldId id="299" r:id="rId26"/>
    <p:sldId id="294" r:id="rId27"/>
    <p:sldId id="290" r:id="rId28"/>
    <p:sldId id="291" r:id="rId29"/>
    <p:sldId id="292" r:id="rId30"/>
    <p:sldId id="293" r:id="rId31"/>
    <p:sldId id="256" r:id="rId32"/>
    <p:sldId id="257" r:id="rId33"/>
    <p:sldId id="260" r:id="rId34"/>
    <p:sldId id="259" r:id="rId35"/>
    <p:sldId id="265" r:id="rId36"/>
    <p:sldId id="266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0T13:22:51.483" v="822" actId="47"/>
      <pc:docMkLst>
        <pc:docMk/>
      </pc:docMkLst>
      <pc:sldChg chg="modSp mod">
        <pc:chgData name="yoon xihyeon" userId="b03689a23d6da60b" providerId="LiveId" clId="{5D914AD7-9230-47CE-8F52-5A96260F97A5}" dt="2022-11-14T03:46:03.862" v="102" actId="34135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modSp add del mod setBg">
        <pc:chgData name="yoon xihyeon" userId="b03689a23d6da60b" providerId="LiveId" clId="{5D914AD7-9230-47CE-8F52-5A96260F97A5}" dt="2022-11-20T13:22:47.858" v="821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3:22:47.858" v="821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18.933" v="803" actId="478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mod">
        <pc:chgData name="yoon xihyeon" userId="b03689a23d6da60b" providerId="LiveId" clId="{5D914AD7-9230-47CE-8F52-5A96260F97A5}" dt="2022-11-14T04:04:39.230" v="750" actId="2057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del mod">
        <pc:chgData name="yoon xihyeon" userId="b03689a23d6da60b" providerId="LiveId" clId="{5D914AD7-9230-47CE-8F52-5A96260F97A5}" dt="2022-11-20T13:22:51.483" v="822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mod">
        <pc:chgData name="yoon xihyeon" userId="b03689a23d6da60b" providerId="LiveId" clId="{5D914AD7-9230-47CE-8F52-5A96260F97A5}" dt="2022-11-14T04:04:29.780" v="736" actId="2057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">
        <pc:chgData name="yoon xihyeon" userId="b03689a23d6da60b" providerId="LiveId" clId="{5D914AD7-9230-47CE-8F52-5A96260F97A5}" dt="2022-11-14T04:05:32.134" v="771" actId="478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3:22:47.858" v="821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3618241602" sldId="315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632028359" sldId="316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902230529" sldId="317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1971929721" sldId="318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2909889940" sldId="319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2635240090" sldId="320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3713980244" sldId="321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1455221694" sldId="322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2221374303" sldId="323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2511315108" sldId="324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599607885" sldId="325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4214377447" sldId="326"/>
        </pc:sldMkLst>
      </pc:sldChg>
      <pc:sldChg chg="add">
        <pc:chgData name="yoon xihyeon" userId="b03689a23d6da60b" providerId="LiveId" clId="{5D914AD7-9230-47CE-8F52-5A96260F97A5}" dt="2022-11-20T13:22:36.451" v="820"/>
        <pc:sldMkLst>
          <pc:docMk/>
          <pc:sldMk cId="1975735074" sldId="32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오늘도 난 배가 고프다</a:t>
            </a:r>
            <a:endParaRPr lang="ko-KR" altLang="en-US" sz="5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201704086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endParaRPr lang="en-US" altLang="ko-KR" sz="24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202004088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endParaRPr lang="ko-KR" altLang="en-US" sz="2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성분 </a:t>
            </a:r>
            <a:r>
              <a:rPr lang="en-US" altLang="ko-KR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 </a:t>
            </a:r>
            <a:r>
              <a:rPr lang="ko-KR" altLang="en-US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분석 어플</a:t>
            </a:r>
            <a:endParaRPr lang="ko-KR" altLang="en-US" sz="20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24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/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개요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 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배경 및 필요성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목차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9.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기대효과 및 활용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928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/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/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/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성분을 </a:t>
              </a:r>
              <a:r>
                <a:rPr kumimoji="0" lang="ko-KR" alt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</a:t>
              </a:r>
              <a:endPara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건강을 관리해주는 어플 입니다</a:t>
              </a:r>
              <a:r>
                <a:rPr kumimoji="0" lang="en-US" altLang="ko-KR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.</a:t>
              </a:r>
              <a:endPara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/>
          <p:nvPr/>
        </p:nvSpPr>
        <p:spPr>
          <a:xfrm>
            <a:off x="274320" y="294640"/>
            <a:ext cx="10374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/>
          </p:cNvSpPr>
          <p:nvPr/>
        </p:nvSpPr>
        <p:spPr>
          <a:xfrm>
            <a:off x="2949442" y="5397266"/>
            <a:ext cx="6037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성분을 분석하여 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보여주고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 체형과 체질에 맞는 하루 권장량을 알아서 빼주는 등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 경험을 극대화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18241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21723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집밥이 늘고 있는데 이 때문에 다이어트에 좋은 음식들과 식재료들 판매가 부쩍 늘고 있다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매출량 증가세를 보이고 있습니다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2028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21723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모른다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싶지 않다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알 수가 없다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5117588" cy="363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230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28575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572163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03694" y="4620610"/>
            <a:ext cx="14385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(Suggestic)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929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09889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02003" y="1414128"/>
            <a:ext cx="34814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02003" y="1706516"/>
            <a:ext cx="1023458" cy="902458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240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3980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5221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225" y="1276743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/>
          <p:nvPr/>
        </p:nvSpPr>
        <p:spPr>
          <a:xfrm>
            <a:off x="234434" y="2562091"/>
            <a:ext cx="26438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/>
            <a:stCxn id="6" idx="2"/>
            <a:endCxn id="4" idx="1"/>
          </p:cNvCxnSpPr>
          <p:nvPr/>
        </p:nvCxnSpPr>
        <p:spPr>
          <a:xfrm rot="16200000" flipH="1">
            <a:off x="2022577" y="2680632"/>
            <a:ext cx="525415" cy="145788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/>
          <p:nvPr/>
        </p:nvSpPr>
        <p:spPr>
          <a:xfrm>
            <a:off x="7801761" y="790182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/>
            <a:stCxn id="11" idx="3"/>
            <a:endCxn id="4" idx="3"/>
          </p:cNvCxnSpPr>
          <p:nvPr/>
        </p:nvCxnSpPr>
        <p:spPr>
          <a:xfrm flipH="1">
            <a:off x="9043550" y="1451902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1374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0" y="1781372"/>
            <a:ext cx="482366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82366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1315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07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/>
          <p:nvPr/>
        </p:nvSpPr>
        <p:spPr>
          <a:xfrm>
            <a:off x="302003" y="1414128"/>
            <a:ext cx="34814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/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/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/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/>
            <a:stCxn id="8" idx="1"/>
          </p:cNvCxnSpPr>
          <p:nvPr/>
        </p:nvCxnSpPr>
        <p:spPr>
          <a:xfrm rot="10800000" flipH="1" flipV="1">
            <a:off x="302003" y="1706516"/>
            <a:ext cx="1023458" cy="902458"/>
          </a:xfrm>
          <a:prstGeom prst="bentConnector3">
            <a:avLst>
              <a:gd name="adj1" fmla="val -22336"/>
            </a:avLst>
          </a:prstGeom>
          <a:ln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4377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 </a:t>
            </a:r>
            <a:r>
              <a:rPr kumimoji="0" lang="en-US" altLang="ko-KR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0" y="1781372"/>
            <a:ext cx="482366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82366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ㅇ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5735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624405" y="2331038"/>
            <a:ext cx="5446528" cy="71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 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95980-B21E-481E-BF88-C25A52D77758}"/>
              </a:ext>
            </a:extLst>
          </p:cNvPr>
          <p:cNvSpPr txBox="1"/>
          <p:nvPr/>
        </p:nvSpPr>
        <p:spPr>
          <a:xfrm>
            <a:off x="2745641" y="2331038"/>
            <a:ext cx="6270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“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27780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624405" y="2331038"/>
            <a:ext cx="5446528" cy="71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 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95980-B21E-481E-BF88-C25A52D77758}"/>
              </a:ext>
            </a:extLst>
          </p:cNvPr>
          <p:cNvSpPr txBox="1"/>
          <p:nvPr/>
        </p:nvSpPr>
        <p:spPr>
          <a:xfrm>
            <a:off x="2745641" y="2331038"/>
            <a:ext cx="6270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“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387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5BD7113-48EC-100F-3B37-3E99FB5E5D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131" y="2357437"/>
            <a:ext cx="2143125" cy="21431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C1E4B4-6F1F-F0DD-965B-D63595E8EC6A}"/>
              </a:ext>
            </a:extLst>
          </p:cNvPr>
          <p:cNvSpPr txBox="1"/>
          <p:nvPr/>
        </p:nvSpPr>
        <p:spPr>
          <a:xfrm>
            <a:off x="4520242" y="2357437"/>
            <a:ext cx="53483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10</a:t>
            </a: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억 회 이상의 다운로드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5F0271-34FB-6781-B959-6618F0604317}"/>
              </a:ext>
            </a:extLst>
          </p:cNvPr>
          <p:cNvSpPr txBox="1"/>
          <p:nvPr/>
        </p:nvSpPr>
        <p:spPr>
          <a:xfrm>
            <a:off x="4520241" y="3881803"/>
            <a:ext cx="53483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성분 확인 가능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2CA297-3C05-3D5B-619C-9FCC9DBF33C1}"/>
              </a:ext>
            </a:extLst>
          </p:cNvPr>
          <p:cNvSpPr txBox="1"/>
          <p:nvPr/>
        </p:nvSpPr>
        <p:spPr>
          <a:xfrm>
            <a:off x="4520242" y="3119620"/>
            <a:ext cx="59416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건강관리 및 헬스 서비스를 지원하는 </a:t>
            </a:r>
            <a:r>
              <a:rPr lang="ko-KR" altLang="en-US" sz="200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라이프로깅</a:t>
            </a:r>
            <a:r>
              <a: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플랫폼</a:t>
            </a:r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14782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/>
          <p:nvPr/>
        </p:nvGrpSpPr>
        <p:grpSpPr>
          <a:xfrm>
            <a:off x="3181774" y="1622966"/>
            <a:ext cx="5855412" cy="3600000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/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/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5073925" y="6007164"/>
            <a:ext cx="204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415009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</TotalTime>
  <Words>1664</Words>
  <Application>Microsoft Office PowerPoint</Application>
  <PresentationFormat>와이드스크린</PresentationFormat>
  <Paragraphs>276</Paragraphs>
  <Slides>36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2" baseType="lpstr">
      <vt:lpstr>���� ���</vt:lpstr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20</cp:revision>
  <dcterms:created xsi:type="dcterms:W3CDTF">2020-11-18T01:48:02Z</dcterms:created>
  <dcterms:modified xsi:type="dcterms:W3CDTF">2022-11-20T13:23:38Z</dcterms:modified>
</cp:coreProperties>
</file>