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1" r:id="rId3"/>
    <p:sldId id="274" r:id="rId4"/>
    <p:sldId id="281" r:id="rId5"/>
    <p:sldId id="298" r:id="rId6"/>
    <p:sldId id="295" r:id="rId7"/>
    <p:sldId id="286" r:id="rId8"/>
    <p:sldId id="287" r:id="rId9"/>
    <p:sldId id="280" r:id="rId10"/>
    <p:sldId id="289" r:id="rId11"/>
    <p:sldId id="288" r:id="rId12"/>
    <p:sldId id="299" r:id="rId13"/>
    <p:sldId id="294" r:id="rId14"/>
    <p:sldId id="290" r:id="rId15"/>
    <p:sldId id="291" r:id="rId16"/>
    <p:sldId id="292" r:id="rId17"/>
    <p:sldId id="293" r:id="rId18"/>
    <p:sldId id="256" r:id="rId19"/>
    <p:sldId id="257" r:id="rId20"/>
    <p:sldId id="260" r:id="rId21"/>
    <p:sldId id="259" r:id="rId22"/>
    <p:sldId id="265" r:id="rId23"/>
    <p:sldId id="266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22" dt="2022-11-14T03:53:16.3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custSel modSld">
      <pc:chgData name="yoon xihyeon" userId="b03689a23d6da60b" providerId="LiveId" clId="{5D914AD7-9230-47CE-8F52-5A96260F97A5}" dt="2022-11-14T03:56:03.975" v="289" actId="403"/>
      <pc:docMkLst>
        <pc:docMk/>
      </pc:docMkLst>
      <pc:sldChg chg="modSp mod">
        <pc:chgData name="yoon xihyeon" userId="b03689a23d6da60b" providerId="LiveId" clId="{5D914AD7-9230-47CE-8F52-5A96260F97A5}" dt="2022-11-14T03:46:03.862" v="102" actId="34135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modSp mod">
        <pc:chgData name="yoon xihyeon" userId="b03689a23d6da60b" providerId="LiveId" clId="{5D914AD7-9230-47CE-8F52-5A96260F97A5}" dt="2022-11-14T03:46:42.780" v="162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3:55:27.337" v="282"/>
        <pc:sldMkLst>
          <pc:docMk/>
          <pc:sldMk cId="1034208025" sldId="281"/>
        </pc:sldMkLst>
        <pc:spChg chg="mod">
          <ac:chgData name="yoon xihyeon" userId="b03689a23d6da60b" providerId="LiveId" clId="{5D914AD7-9230-47CE-8F52-5A96260F97A5}" dt="2022-11-14T03:52:33.068" v="194" actId="2711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3:55:27.337" v="282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modSp mod">
        <pc:chgData name="yoon xihyeon" userId="b03689a23d6da60b" providerId="LiveId" clId="{5D914AD7-9230-47CE-8F52-5A96260F97A5}" dt="2022-11-14T03:56:03.975" v="289" actId="403"/>
        <pc:sldMkLst>
          <pc:docMk/>
          <pc:sldMk cId="1627780173" sldId="295"/>
        </pc:sldMkLst>
        <pc:spChg chg="mod">
          <ac:chgData name="yoon xihyeon" userId="b03689a23d6da60b" providerId="LiveId" clId="{5D914AD7-9230-47CE-8F52-5A96260F97A5}" dt="2022-11-14T03:56:03.975" v="289" actId="403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mod">
        <pc:chgData name="yoon xihyeon" userId="b03689a23d6da60b" providerId="LiveId" clId="{5D914AD7-9230-47CE-8F52-5A96260F97A5}" dt="2022-11-14T03:52:40" v="195" actId="2711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3:52:40" v="195" actId="2711"/>
          <ac:spMkLst>
            <pc:docMk/>
            <pc:sldMk cId="1503160340" sldId="298"/>
            <ac:spMk id="7" creationId="{F2894A62-3A98-4459-B069-8674BB246AAC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D25-4A48-A956-B69DE8B93D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D25-4A48-A956-B69DE8B93D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D25-4A48-A956-B69DE8B93D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0"/>
        <c:overlap val="100"/>
        <c:serLines>
          <c:spPr>
            <a:ln w="9525" cap="flat" cmpd="sng" algn="ctr">
              <a:solidFill>
                <a:schemeClr val="tx1">
                  <a:lumMod val="35000"/>
                  <a:lumOff val="65000"/>
                </a:schemeClr>
              </a:solidFill>
              <a:round/>
            </a:ln>
            <a:effectLst/>
          </c:spPr>
        </c:serLines>
        <c:axId val="714869480"/>
        <c:axId val="714874072"/>
      </c:barChart>
      <c:catAx>
        <c:axId val="714869480"/>
        <c:scaling>
          <c:orientation val="minMax"/>
        </c:scaling>
        <c:delete val="0"/>
        <c:axPos val="b"/>
        <c:title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714874072"/>
        <c:crosses val="autoZero"/>
        <c:auto val="1"/>
        <c:lblAlgn val="ctr"/>
        <c:lblOffset val="100"/>
        <c:noMultiLvlLbl val="0"/>
      </c:catAx>
      <c:valAx>
        <c:axId val="714874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7148694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Sheet1!$B$2:$B$5</cx:f>
        <cx:lvl ptCount="4" formatCode="General">
          <cx:pt idx="0">4.2999999999999998</cx:pt>
          <cx:pt idx="1">2.5</cx:pt>
          <cx:pt idx="2">3.5</cx:pt>
          <cx:pt idx="3">4.5</cx:pt>
        </cx:lvl>
      </cx:numDim>
    </cx:data>
    <cx:data id="1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Sheet1!$C$2:$C$5</cx:f>
        <cx:lvl ptCount="4" formatCode="General">
          <cx:pt idx="0">2.3999999999999999</cx:pt>
          <cx:pt idx="1">4.4000000000000004</cx:pt>
          <cx:pt idx="2">1.8</cx:pt>
          <cx:pt idx="3">2.7999999999999998</cx:pt>
        </cx:lvl>
      </cx:numDim>
    </cx:data>
    <cx:data id="2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Sheet1!$D$2:$D$5</cx:f>
        <cx:lvl ptCount="4" formatCode="General">
          <cx:pt idx="0">2</cx:pt>
          <cx:pt idx="1">2</cx:pt>
          <cx:pt idx="2">3</cx:pt>
          <cx:pt idx="3">5</cx:pt>
        </cx:lvl>
      </cx:numDim>
    </cx:data>
  </cx:chartData>
  <cx:chart>
    <cx:plotArea>
      <cx:plotAreaRegion>
        <cx:series layoutId="sunburst" uniqueId="{8943530E-494E-4D8E-A1EC-226820695DBE}" formatIdx="0">
          <cx:tx>
            <cx:txData>
              <cx:f>Sheet1!$B$1</cx:f>
              <cx:v>계열 1</cx:v>
            </cx:txData>
          </cx:tx>
          <cx:dataId val="0"/>
        </cx:series>
        <cx:series layoutId="sunburst" hidden="1" uniqueId="{43DB5B30-1B8D-4017-BA13-787277C8E549}" formatIdx="1">
          <cx:tx>
            <cx:txData>
              <cx:f>Sheet1!$C$1</cx:f>
              <cx:v>계열 2</cx:v>
            </cx:txData>
          </cx:tx>
          <cx:dataId val="1"/>
        </cx:series>
        <cx:series layoutId="sunburst" hidden="1" uniqueId="{400F8934-E055-4E8F-B6DC-A89A9DCA6659}" formatIdx="2">
          <cx:tx>
            <cx:txData>
              <cx:f>Sheet1!$D$1</cx:f>
              <cx:v>계열 3</cx:v>
            </cx:txData>
          </cx:tx>
          <cx:dataId val="2"/>
        </cx:series>
      </cx:plotAreaRegion>
    </cx:plotArea>
    <cx:legend pos="t" align="ctr" overlay="0">
      <cx:txPr>
        <a:bodyPr spcFirstLastPara="1" vertOverflow="ellipsis" horzOverflow="overflow" wrap="square" lIns="0" tIns="0" rIns="0" bIns="0" anchor="ctr" anchorCtr="1"/>
        <a:lstStyle/>
        <a:p>
          <a:pPr algn="ctr" rtl="0">
            <a:defRPr spc="-150">
              <a:latin typeface="+mj-ea"/>
              <a:ea typeface="+mj-ea"/>
              <a:cs typeface="나눔스퀘어 Bold" panose="020B0600000101010101" pitchFamily="50" charset="-127"/>
            </a:defRPr>
          </a:pPr>
          <a:endParaRPr lang="ko-KR" altLang="en-US" sz="1197" b="0" i="0" u="none" strike="noStrike" kern="1200" spc="-150" baseline="0">
            <a:solidFill>
              <a:prstClr val="black">
                <a:lumMod val="65000"/>
                <a:lumOff val="35000"/>
              </a:prstClr>
            </a:solidFill>
            <a:latin typeface="+mj-ea"/>
            <a:ea typeface="+mj-ea"/>
          </a:endParaRPr>
        </a:p>
      </cx:txPr>
    </cx:legend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오늘도 난 배가 고프다</a:t>
            </a:r>
            <a:endParaRPr lang="ko-KR" altLang="en-US" sz="5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201704086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endParaRPr lang="en-US" altLang="ko-KR" sz="24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202004088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endParaRPr lang="ko-KR" altLang="en-US" sz="2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성분 </a:t>
            </a:r>
            <a:r>
              <a:rPr lang="en-US" altLang="ko-KR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 </a:t>
            </a:r>
            <a:r>
              <a:rPr lang="ko-KR" altLang="en-US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분석 어플</a:t>
            </a:r>
            <a:endParaRPr lang="ko-KR" altLang="en-US" sz="20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24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/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개요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 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배경 및 필요성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목차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9.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기대효과 및 활용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928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/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“</a:t>
            </a:r>
            <a:r>
              <a:rPr lang="ko-KR" altLang="en-US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오늘도 나 배가 고프다</a:t>
            </a:r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”</a:t>
            </a:r>
            <a:r>
              <a:rPr lang="ko-KR" altLang="en-US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 어플은</a:t>
            </a:r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??!</a:t>
            </a:r>
            <a:endParaRPr lang="ko-KR" altLang="en-US" sz="32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/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/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/>
            </p:cNvSpPr>
            <p:nvPr/>
          </p:nvSpPr>
          <p:spPr>
            <a:xfrm>
              <a:off x="3155293" y="3412714"/>
              <a:ext cx="588141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다이어트와 건강에 관심이 많은 사람들을 위한</a:t>
              </a:r>
              <a:endParaRPr lang="en-US" altLang="ko-KR" sz="2000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pPr algn="ctr"/>
              <a:r>
                <a:rPr lang="ko-KR" altLang="en-US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음식 성분을 </a:t>
              </a:r>
              <a:r>
                <a:rPr lang="en-US" altLang="ko-KR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분석해 건강을 관리해주는 어플 입니다</a:t>
              </a:r>
              <a:r>
                <a:rPr lang="en-US" altLang="ko-KR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.</a:t>
              </a:r>
              <a:endParaRPr lang="ko-KR" altLang="en-US" sz="2000" dirty="0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/>
          <p:nvPr/>
        </p:nvSpPr>
        <p:spPr>
          <a:xfrm>
            <a:off x="274320" y="294640"/>
            <a:ext cx="10374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개요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605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5939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 sz="32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배경 및 필요성</a:t>
            </a:r>
            <a:endParaRPr lang="ko-KR" altLang="en-US" sz="32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/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/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/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3886789" y="4534162"/>
            <a:ext cx="1832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/>
              <a:t>내용을 입력하세요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/>
          <p:nvPr/>
        </p:nvSpPr>
        <p:spPr>
          <a:xfrm>
            <a:off x="631983" y="1443121"/>
            <a:ext cx="11323934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배경 및 필요성</a:t>
            </a:r>
          </a:p>
          <a:p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사람들이 다이어트에 관심이 많다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요새 다이어트와 건강에 관한 열풍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!! </a:t>
            </a:r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관련 기사 작성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링크 필수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  <a:p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개인마다 필요 열량에 따른 영양 성분의 기준치가 다르고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대부분 자신의 기준치를 잘 모른다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영양 성분표를 보면 직관적으로 알아보기 싶지 않다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. </a:t>
            </a:r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자신이 관심있는 영양소만 대충 보고 넘어가는 경우가 많다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  <a:endParaRPr lang="ko-KR" altLang="en-US" sz="20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232887-5039-491A-9BFD-663FE8E06D99}"/>
              </a:ext>
            </a:extLst>
          </p:cNvPr>
          <p:cNvSpPr txBox="1"/>
          <p:nvPr/>
        </p:nvSpPr>
        <p:spPr>
          <a:xfrm>
            <a:off x="6549137" y="4534162"/>
            <a:ext cx="1832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/>
              <a:t>내용을 입력하세요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5F3A16-019F-4601-B0EF-882D4466946E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1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4208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실외, 물, 자연, 남자이(가) 표시된 사진&#10;&#10;자동 생성된 설명">
            <a:extLst>
              <a:ext uri="{FF2B5EF4-FFF2-40B4-BE49-F238E27FC236}">
                <a16:creationId xmlns:a16="http://schemas.microsoft.com/office/drawing/2014/main" id="{4D7477A6-39A8-4642-8DC6-EE96DDA7AC2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34434" y="249086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160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260420" y="188003"/>
            <a:ext cx="5446528" cy="1455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 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  <a:p>
            <a:pPr algn="just">
              <a:lnSpc>
                <a:spcPct val="150000"/>
              </a:lnSpc>
            </a:pP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인바디 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  <a:endParaRPr lang="ko-KR" altLang="en-US" sz="3200" spc="-15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95980-B21E-481E-BF88-C25A52D77758}"/>
              </a:ext>
            </a:extLst>
          </p:cNvPr>
          <p:cNvSpPr txBox="1"/>
          <p:nvPr/>
        </p:nvSpPr>
        <p:spPr>
          <a:xfrm>
            <a:off x="2745641" y="2331038"/>
            <a:ext cx="6270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“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7780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EB6863-04FA-4DDD-BF13-11791DEF6D32}"/>
              </a:ext>
            </a:extLst>
          </p:cNvPr>
          <p:cNvSpPr/>
          <p:nvPr/>
        </p:nvSpPr>
        <p:spPr>
          <a:xfrm>
            <a:off x="481567" y="1322861"/>
            <a:ext cx="5413594" cy="491132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3" name="차트 12">
                <a:extLst>
                  <a:ext uri="{FF2B5EF4-FFF2-40B4-BE49-F238E27FC236}">
                    <a16:creationId xmlns:a16="http://schemas.microsoft.com/office/drawing/2014/main" id="{58A72C35-FAB5-4FB1-8035-B6D6940148B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533127818"/>
                  </p:ext>
                </p:extLst>
              </p:nvPr>
            </p:nvGraphicFramePr>
            <p:xfrm>
              <a:off x="715696" y="2397939"/>
              <a:ext cx="4856673" cy="355519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13" name="차트 12">
                <a:extLst>
                  <a:ext uri="{FF2B5EF4-FFF2-40B4-BE49-F238E27FC236}">
                    <a16:creationId xmlns:a16="http://schemas.microsoft.com/office/drawing/2014/main" id="{58A72C35-FAB5-4FB1-8035-B6D6940148B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5696" y="2397939"/>
                <a:ext cx="4856673" cy="355519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직사각형 13">
            <a:extLst>
              <a:ext uri="{FF2B5EF4-FFF2-40B4-BE49-F238E27FC236}">
                <a16:creationId xmlns:a16="http://schemas.microsoft.com/office/drawing/2014/main" id="{F2E04AF7-795C-49B1-A037-A828DA800640}"/>
              </a:ext>
            </a:extLst>
          </p:cNvPr>
          <p:cNvSpPr/>
          <p:nvPr/>
        </p:nvSpPr>
        <p:spPr>
          <a:xfrm>
            <a:off x="6314157" y="1322861"/>
            <a:ext cx="5396276" cy="491132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차트 15">
            <a:extLst>
              <a:ext uri="{FF2B5EF4-FFF2-40B4-BE49-F238E27FC236}">
                <a16:creationId xmlns:a16="http://schemas.microsoft.com/office/drawing/2014/main" id="{C905B5A1-4FBC-4D45-AD95-79B966BFB5B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4885911"/>
              </p:ext>
            </p:extLst>
          </p:nvPr>
        </p:nvGraphicFramePr>
        <p:xfrm>
          <a:off x="6560802" y="1622639"/>
          <a:ext cx="4922021" cy="43304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A67FDA3D-4D44-452E-8B47-47684735F35D}"/>
              </a:ext>
            </a:extLst>
          </p:cNvPr>
          <p:cNvSpPr/>
          <p:nvPr/>
        </p:nvSpPr>
        <p:spPr>
          <a:xfrm>
            <a:off x="709177" y="1535340"/>
            <a:ext cx="4980423" cy="6844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300">
              <a:latin typeface="+mj-ea"/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3133F7-C37B-4CBE-8AB2-86EC1A81B046}"/>
              </a:ext>
            </a:extLst>
          </p:cNvPr>
          <p:cNvSpPr txBox="1"/>
          <p:nvPr/>
        </p:nvSpPr>
        <p:spPr>
          <a:xfrm>
            <a:off x="1404615" y="1615975"/>
            <a:ext cx="34788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XXXX</a:t>
            </a:r>
            <a:r>
              <a:rPr lang="ko-KR" altLang="en-US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년도 제</a:t>
            </a:r>
            <a:r>
              <a:rPr lang="en-US" altLang="ko-KR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3</a:t>
            </a:r>
            <a:r>
              <a:rPr lang="ko-KR" altLang="en-US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분기 실적</a:t>
            </a:r>
          </a:p>
        </p:txBody>
      </p:sp>
    </p:spTree>
    <p:extLst>
      <p:ext uri="{BB962C8B-B14F-4D97-AF65-F5344CB8AC3E}">
        <p14:creationId xmlns:p14="http://schemas.microsoft.com/office/powerpoint/2010/main" val="3524356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95E5339-1C54-4ED6-B26B-49980CB5CBCB}"/>
              </a:ext>
            </a:extLst>
          </p:cNvPr>
          <p:cNvSpPr txBox="1"/>
          <p:nvPr/>
        </p:nvSpPr>
        <p:spPr>
          <a:xfrm>
            <a:off x="1279466" y="5583953"/>
            <a:ext cx="1571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PowerPoint, 2017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D0422F-D06A-41DE-8CDA-E3F0EF25AD87}"/>
              </a:ext>
            </a:extLst>
          </p:cNvPr>
          <p:cNvSpPr txBox="1"/>
          <p:nvPr/>
        </p:nvSpPr>
        <p:spPr>
          <a:xfrm>
            <a:off x="1630364" y="5875254"/>
            <a:ext cx="9589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/>
              <a:t>Saebyeol Yu</a:t>
            </a:r>
            <a:endParaRPr lang="ko-KR" altLang="en-US" sz="1100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28F6FD4-8AB4-4E8B-9170-4D1C5928B7DA}"/>
              </a:ext>
            </a:extLst>
          </p:cNvPr>
          <p:cNvSpPr txBox="1"/>
          <p:nvPr/>
        </p:nvSpPr>
        <p:spPr>
          <a:xfrm>
            <a:off x="3943870" y="5603032"/>
            <a:ext cx="1571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PowerPoint, 2018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A9770A-D39D-4A7F-A14E-E772054AAB72}"/>
              </a:ext>
            </a:extLst>
          </p:cNvPr>
          <p:cNvSpPr txBox="1"/>
          <p:nvPr/>
        </p:nvSpPr>
        <p:spPr>
          <a:xfrm>
            <a:off x="4294767" y="5875254"/>
            <a:ext cx="9589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/>
              <a:t>Saebyeol Yu</a:t>
            </a:r>
            <a:endParaRPr lang="ko-KR" altLang="en-US" sz="1100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69153D-1DEC-4CFC-87C4-EB3F768AE6D4}"/>
              </a:ext>
            </a:extLst>
          </p:cNvPr>
          <p:cNvSpPr txBox="1"/>
          <p:nvPr/>
        </p:nvSpPr>
        <p:spPr>
          <a:xfrm>
            <a:off x="6608273" y="5603032"/>
            <a:ext cx="1571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PowerPoint, 2019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EAC1AD-7D88-4E81-8571-1A0B8F3677AE}"/>
              </a:ext>
            </a:extLst>
          </p:cNvPr>
          <p:cNvSpPr txBox="1"/>
          <p:nvPr/>
        </p:nvSpPr>
        <p:spPr>
          <a:xfrm>
            <a:off x="6959170" y="5875254"/>
            <a:ext cx="9589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/>
              <a:t>Saebyeol Yu</a:t>
            </a:r>
            <a:endParaRPr lang="ko-KR" altLang="en-US" sz="1100" dirty="0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D358335-3797-481A-88A9-AA0689023883}"/>
              </a:ext>
            </a:extLst>
          </p:cNvPr>
          <p:cNvSpPr txBox="1"/>
          <p:nvPr/>
        </p:nvSpPr>
        <p:spPr>
          <a:xfrm>
            <a:off x="9272676" y="5603032"/>
            <a:ext cx="1571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PowerPoint, 2020</a:t>
            </a:r>
            <a:endParaRPr lang="ko-KR" altLang="en-US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21D3E1-0BB4-4B74-A707-5BAC350839EB}"/>
              </a:ext>
            </a:extLst>
          </p:cNvPr>
          <p:cNvSpPr txBox="1"/>
          <p:nvPr/>
        </p:nvSpPr>
        <p:spPr>
          <a:xfrm>
            <a:off x="9623573" y="5875254"/>
            <a:ext cx="9589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/>
              <a:t>Saebyeol Yu</a:t>
            </a:r>
            <a:endParaRPr lang="ko-KR" altLang="en-US" sz="11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/>
          <p:nvPr/>
        </p:nvGrpSpPr>
        <p:grpSpPr>
          <a:xfrm>
            <a:off x="3181774" y="1622966"/>
            <a:ext cx="5855412" cy="3600000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/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/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5073925" y="6007164"/>
            <a:ext cx="204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009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2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3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3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3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15A429-0165-46F7-A030-F0DB180F3DE0}"/>
              </a:ext>
            </a:extLst>
          </p:cNvPr>
          <p:cNvSpPr txBox="1"/>
          <p:nvPr/>
        </p:nvSpPr>
        <p:spPr>
          <a:xfrm>
            <a:off x="-98231" y="50565"/>
            <a:ext cx="353943" cy="184912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</a:rPr>
              <a:t>Part 3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998</Words>
  <Application>Microsoft Office PowerPoint</Application>
  <PresentationFormat>와이드스크린</PresentationFormat>
  <Paragraphs>148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19</cp:revision>
  <dcterms:created xsi:type="dcterms:W3CDTF">2020-11-18T01:48:02Z</dcterms:created>
  <dcterms:modified xsi:type="dcterms:W3CDTF">2022-11-14T03:56:07Z</dcterms:modified>
</cp:coreProperties>
</file>