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280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환경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관리해주는 어플 입니다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.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집밥이 늘고 있는데 이 때문에 다이어트에 좋은 음식들과 식재료들 판매가 부쩍 늘고 있다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매출량 증가세를 보이고 있습니다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모른다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싶지 않다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알 수가 없다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보건소 모바일 헬스케어 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open </a:t>
            </a:r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api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체성분계 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측정된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기록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측정된 체성분에 따라 필요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</TotalTime>
  <Words>2081</Words>
  <Application>Microsoft Office PowerPoint</Application>
  <PresentationFormat>와이드스크린</PresentationFormat>
  <Paragraphs>338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21</cp:revision>
  <dcterms:created xsi:type="dcterms:W3CDTF">2020-11-18T01:48:02Z</dcterms:created>
  <dcterms:modified xsi:type="dcterms:W3CDTF">2022-11-20T14:57:31Z</dcterms:modified>
</cp:coreProperties>
</file>