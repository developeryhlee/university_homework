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43"/>
  </p:notesMasterIdLst>
  <p:sldIdLst>
    <p:sldId id="330" r:id="rId3"/>
    <p:sldId id="331" r:id="rId4"/>
    <p:sldId id="332" r:id="rId5"/>
    <p:sldId id="333" r:id="rId6"/>
    <p:sldId id="334" r:id="rId7"/>
    <p:sldId id="316" r:id="rId8"/>
    <p:sldId id="336" r:id="rId9"/>
    <p:sldId id="337" r:id="rId10"/>
    <p:sldId id="338" r:id="rId11"/>
    <p:sldId id="339" r:id="rId12"/>
    <p:sldId id="340" r:id="rId13"/>
    <p:sldId id="341" r:id="rId14"/>
    <p:sldId id="342" r:id="rId15"/>
    <p:sldId id="343" r:id="rId16"/>
    <p:sldId id="344" r:id="rId17"/>
    <p:sldId id="345" r:id="rId18"/>
    <p:sldId id="346" r:id="rId19"/>
    <p:sldId id="347" r:id="rId20"/>
    <p:sldId id="301" r:id="rId21"/>
    <p:sldId id="302" r:id="rId22"/>
    <p:sldId id="303" r:id="rId23"/>
    <p:sldId id="329" r:id="rId24"/>
    <p:sldId id="287" r:id="rId25"/>
    <p:sldId id="364" r:id="rId26"/>
    <p:sldId id="348" r:id="rId27"/>
    <p:sldId id="351" r:id="rId28"/>
    <p:sldId id="352" r:id="rId29"/>
    <p:sldId id="373" r:id="rId30"/>
    <p:sldId id="374" r:id="rId31"/>
    <p:sldId id="353" r:id="rId32"/>
    <p:sldId id="365" r:id="rId33"/>
    <p:sldId id="366" r:id="rId34"/>
    <p:sldId id="367" r:id="rId35"/>
    <p:sldId id="369" r:id="rId36"/>
    <p:sldId id="368" r:id="rId37"/>
    <p:sldId id="370" r:id="rId38"/>
    <p:sldId id="371" r:id="rId39"/>
    <p:sldId id="293" r:id="rId40"/>
    <p:sldId id="372" r:id="rId41"/>
    <p:sldId id="266" r:id="rId4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8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ECE6"/>
    <a:srgbClr val="21345C"/>
    <a:srgbClr val="2A345C"/>
    <a:srgbClr val="1C2244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50" dt="2022-11-14T04:06:28.5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33" autoAdjust="0"/>
    <p:restoredTop sz="94660"/>
  </p:normalViewPr>
  <p:slideViewPr>
    <p:cSldViewPr snapToGrid="0">
      <p:cViewPr varScale="1">
        <p:scale>
          <a:sx n="56" d="100"/>
          <a:sy n="56" d="100"/>
        </p:scale>
        <p:origin x="102" y="1350"/>
      </p:cViewPr>
      <p:guideLst>
        <p:guide orient="horz" pos="238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notesMaster" Target="notesMasters/notesMaster1.xml"/><Relationship Id="rId48" Type="http://schemas.microsoft.com/office/2016/11/relationships/changesInfo" Target="changesInfos/changesInfo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undo redo custSel addSld delSld modSld sldOrd">
      <pc:chgData name="yoon xihyeon" userId="b03689a23d6da60b" providerId="LiveId" clId="{5D914AD7-9230-47CE-8F52-5A96260F97A5}" dt="2022-12-04T14:52:28.136" v="3198" actId="20577"/>
      <pc:docMkLst>
        <pc:docMk/>
      </pc:docMkLst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427526012" sldId="256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2335713906" sldId="257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1913110572" sldId="259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1735041406" sldId="260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4293141657" sldId="265"/>
        </pc:sldMkLst>
      </pc:sldChg>
      <pc:sldChg chg="addSp delSp modSp mod">
        <pc:chgData name="yoon xihyeon" userId="b03689a23d6da60b" providerId="LiveId" clId="{5D914AD7-9230-47CE-8F52-5A96260F97A5}" dt="2022-12-03T10:31:31.265" v="2014" actId="1076"/>
        <pc:sldMkLst>
          <pc:docMk/>
          <pc:sldMk cId="3669176100" sldId="266"/>
        </pc:sldMkLst>
        <pc:spChg chg="mod ord">
          <ac:chgData name="yoon xihyeon" userId="b03689a23d6da60b" providerId="LiveId" clId="{5D914AD7-9230-47CE-8F52-5A96260F97A5}" dt="2022-12-03T10:29:02.776" v="1988" actId="207"/>
          <ac:spMkLst>
            <pc:docMk/>
            <pc:sldMk cId="3669176100" sldId="266"/>
            <ac:spMk id="2" creationId="{97EA484A-112C-5B9B-798B-B2895FF01360}"/>
          </ac:spMkLst>
        </pc:spChg>
        <pc:spChg chg="mod">
          <ac:chgData name="yoon xihyeon" userId="b03689a23d6da60b" providerId="LiveId" clId="{5D914AD7-9230-47CE-8F52-5A96260F97A5}" dt="2022-12-03T10:31:31.265" v="2014" actId="1076"/>
          <ac:spMkLst>
            <pc:docMk/>
            <pc:sldMk cId="3669176100" sldId="266"/>
            <ac:spMk id="5" creationId="{6B679CA0-EDDD-4ACD-9947-D034F34E4F68}"/>
          </ac:spMkLst>
        </pc:spChg>
        <pc:spChg chg="add mod ord">
          <ac:chgData name="yoon xihyeon" userId="b03689a23d6da60b" providerId="LiveId" clId="{5D914AD7-9230-47CE-8F52-5A96260F97A5}" dt="2022-12-03T10:28:56.041" v="1986" actId="14100"/>
          <ac:spMkLst>
            <pc:docMk/>
            <pc:sldMk cId="3669176100" sldId="266"/>
            <ac:spMk id="6" creationId="{096EF073-A90A-6C6D-50AC-593A17D6ED7C}"/>
          </ac:spMkLst>
        </pc:spChg>
        <pc:picChg chg="del">
          <ac:chgData name="yoon xihyeon" userId="b03689a23d6da60b" providerId="LiveId" clId="{5D914AD7-9230-47CE-8F52-5A96260F97A5}" dt="2022-12-03T10:27:57.248" v="1976" actId="478"/>
          <ac:picMkLst>
            <pc:docMk/>
            <pc:sldMk cId="3669176100" sldId="266"/>
            <ac:picMk id="3" creationId="{EF86BDD0-98BF-4BEF-B4A9-EFA8B57805C9}"/>
          </ac:picMkLst>
        </pc:picChg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363924761" sldId="270"/>
        </pc:sldMkLst>
        <pc:spChg chg="mod">
          <ac:chgData name="yoon xihyeon" userId="b03689a23d6da60b" providerId="LiveId" clId="{5D914AD7-9230-47CE-8F52-5A96260F97A5}" dt="2022-11-14T03:46:03.862" v="102" actId="34135"/>
          <ac:spMkLst>
            <pc:docMk/>
            <pc:sldMk cId="363924761" sldId="270"/>
            <ac:spMk id="7" creationId="{DFE1CF8F-0A04-2451-73A3-AE1B007F9A9E}"/>
          </ac:spMkLst>
        </pc:spChg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39286300" sldId="271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740605315" sldId="274"/>
        </pc:sldMkLst>
        <pc:spChg chg="mod">
          <ac:chgData name="yoon xihyeon" userId="b03689a23d6da60b" providerId="LiveId" clId="{5D914AD7-9230-47CE-8F52-5A96260F97A5}" dt="2022-11-14T03:46:42.780" v="162"/>
          <ac:spMkLst>
            <pc:docMk/>
            <pc:sldMk cId="740605315" sldId="274"/>
            <ac:spMk id="4" creationId="{1EF51587-4B82-43A7-8A06-3BA5E76F90F4}"/>
          </ac:spMkLst>
        </pc:spChg>
      </pc:sldChg>
      <pc:sldChg chg="delSp modSp mod">
        <pc:chgData name="yoon xihyeon" userId="b03689a23d6da60b" providerId="LiveId" clId="{5D914AD7-9230-47CE-8F52-5A96260F97A5}" dt="2022-11-14T04:09:13.660" v="802" actId="478"/>
        <pc:sldMkLst>
          <pc:docMk/>
          <pc:sldMk cId="1415009542" sldId="280"/>
        </pc:sldMkLst>
        <pc:spChg chg="del mod">
          <ac:chgData name="yoon xihyeon" userId="b03689a23d6da60b" providerId="LiveId" clId="{5D914AD7-9230-47CE-8F52-5A96260F97A5}" dt="2022-11-14T04:09:13.660" v="802" actId="478"/>
          <ac:spMkLst>
            <pc:docMk/>
            <pc:sldMk cId="1415009542" sldId="280"/>
            <ac:spMk id="15" creationId="{8815A429-0165-46F7-A030-F0DB180F3DE0}"/>
          </ac:spMkLst>
        </pc:spChg>
      </pc:sldChg>
      <pc:sldChg chg="delSp modSp add del mod">
        <pc:chgData name="yoon xihyeon" userId="b03689a23d6da60b" providerId="LiveId" clId="{5D914AD7-9230-47CE-8F52-5A96260F97A5}" dt="2022-11-20T14:56:50.183" v="826" actId="47"/>
        <pc:sldMkLst>
          <pc:docMk/>
          <pc:sldMk cId="1034208025" sldId="281"/>
        </pc:sldMkLst>
        <pc:spChg chg="del">
          <ac:chgData name="yoon xihyeon" userId="b03689a23d6da60b" providerId="LiveId" clId="{5D914AD7-9230-47CE-8F52-5A96260F97A5}" dt="2022-11-14T04:02:23.834" v="683" actId="478"/>
          <ac:spMkLst>
            <pc:docMk/>
            <pc:sldMk cId="1034208025" sldId="281"/>
            <ac:spMk id="7" creationId="{9A7034D5-42A8-4241-9D66-9B53239DB210}"/>
          </ac:spMkLst>
        </pc:spChg>
        <pc:spChg chg="mod">
          <ac:chgData name="yoon xihyeon" userId="b03689a23d6da60b" providerId="LiveId" clId="{5D914AD7-9230-47CE-8F52-5A96260F97A5}" dt="2022-11-14T04:08:13.803" v="793" actId="404"/>
          <ac:spMkLst>
            <pc:docMk/>
            <pc:sldMk cId="1034208025" sldId="281"/>
            <ac:spMk id="9" creationId="{7FFA9BC9-96FB-4B17-AF51-48D81692F2D7}"/>
          </ac:spMkLst>
        </pc:spChg>
        <pc:spChg chg="mod">
          <ac:chgData name="yoon xihyeon" userId="b03689a23d6da60b" providerId="LiveId" clId="{5D914AD7-9230-47CE-8F52-5A96260F97A5}" dt="2022-11-14T04:02:40.252" v="690" actId="20577"/>
          <ac:spMkLst>
            <pc:docMk/>
            <pc:sldMk cId="1034208025" sldId="281"/>
            <ac:spMk id="14" creationId="{4602FD0B-2018-4853-AF61-F901FE68377A}"/>
          </ac:spMkLst>
        </pc:spChg>
        <pc:spChg chg="del">
          <ac:chgData name="yoon xihyeon" userId="b03689a23d6da60b" providerId="LiveId" clId="{5D914AD7-9230-47CE-8F52-5A96260F97A5}" dt="2022-11-14T04:02:27.248" v="684" actId="478"/>
          <ac:spMkLst>
            <pc:docMk/>
            <pc:sldMk cId="1034208025" sldId="281"/>
            <ac:spMk id="15" creationId="{EF232887-5039-491A-9BFD-663FE8E06D99}"/>
          </ac:spMkLst>
        </pc:spChg>
        <pc:spChg chg="del mod">
          <ac:chgData name="yoon xihyeon" userId="b03689a23d6da60b" providerId="LiveId" clId="{5D914AD7-9230-47CE-8F52-5A96260F97A5}" dt="2022-11-14T04:08:54.069" v="799" actId="478"/>
          <ac:spMkLst>
            <pc:docMk/>
            <pc:sldMk cId="1034208025" sldId="281"/>
            <ac:spMk id="16" creationId="{FD5F3A16-019F-4601-B0EF-882D4466946E}"/>
          </ac:spMkLst>
        </pc:spChg>
        <pc:spChg chg="del">
          <ac:chgData name="yoon xihyeon" userId="b03689a23d6da60b" providerId="LiveId" clId="{5D914AD7-9230-47CE-8F52-5A96260F97A5}" dt="2022-11-14T03:54:54.021" v="274" actId="478"/>
          <ac:spMkLst>
            <pc:docMk/>
            <pc:sldMk cId="1034208025" sldId="281"/>
            <ac:spMk id="17" creationId="{7B5EB940-669A-4CFC-992B-7ECA0318A204}"/>
          </ac:spMkLst>
        </pc:spChg>
        <pc:spChg chg="del">
          <ac:chgData name="yoon xihyeon" userId="b03689a23d6da60b" providerId="LiveId" clId="{5D914AD7-9230-47CE-8F52-5A96260F97A5}" dt="2022-11-14T03:54:50.766" v="273" actId="478"/>
          <ac:spMkLst>
            <pc:docMk/>
            <pc:sldMk cId="1034208025" sldId="281"/>
            <ac:spMk id="18" creationId="{F1914613-947E-4074-AFCA-DBBCE5DD8670}"/>
          </ac:spMkLst>
        </pc:spChg>
        <pc:spChg chg="del">
          <ac:chgData name="yoon xihyeon" userId="b03689a23d6da60b" providerId="LiveId" clId="{5D914AD7-9230-47CE-8F52-5A96260F97A5}" dt="2022-11-14T03:54:49.072" v="272" actId="478"/>
          <ac:spMkLst>
            <pc:docMk/>
            <pc:sldMk cId="1034208025" sldId="281"/>
            <ac:spMk id="19" creationId="{2CE01CC9-6B77-47D5-8BAE-075FAAFDD9E4}"/>
          </ac:spMkLst>
        </pc:spChg>
        <pc:cxnChg chg="mod">
          <ac:chgData name="yoon xihyeon" userId="b03689a23d6da60b" providerId="LiveId" clId="{5D914AD7-9230-47CE-8F52-5A96260F97A5}" dt="2022-11-14T02:56:13.025" v="18" actId="1076"/>
          <ac:cxnSpMkLst>
            <pc:docMk/>
            <pc:sldMk cId="1034208025" sldId="281"/>
            <ac:cxnSpMk id="4" creationId="{9A8E474A-6ECB-442D-8A42-7881F4DFBB2A}"/>
          </ac:cxnSpMkLst>
        </pc:cxnChg>
      </pc:sldChg>
      <pc:sldChg chg="delSp del mod ord">
        <pc:chgData name="yoon xihyeon" userId="b03689a23d6da60b" providerId="LiveId" clId="{5D914AD7-9230-47CE-8F52-5A96260F97A5}" dt="2022-11-20T13:21:23.808" v="814" actId="47"/>
        <pc:sldMkLst>
          <pc:docMk/>
          <pc:sldMk cId="3524356639" sldId="286"/>
        </pc:sldMkLst>
        <pc:spChg chg="del">
          <ac:chgData name="yoon xihyeon" userId="b03689a23d6da60b" providerId="LiveId" clId="{5D914AD7-9230-47CE-8F52-5A96260F97A5}" dt="2022-11-14T04:09:00.461" v="800" actId="478"/>
          <ac:spMkLst>
            <pc:docMk/>
            <pc:sldMk cId="3524356639" sldId="286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2-03T12:26:49.766" v="2159" actId="34135"/>
        <pc:sldMkLst>
          <pc:docMk/>
          <pc:sldMk cId="3039576005" sldId="287"/>
        </pc:sldMkLst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2" creationId="{BE34243B-0159-B3C6-45A9-70E5FB00F57A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5" creationId="{76EF8051-9646-4552-BE57-7D95D1538BA2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3" creationId="{395E5339-1C54-4ED6-B26B-49980CB5CBCB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4" creationId="{02D0422F-D06A-41DE-8CDA-E3F0EF25AD87}"/>
          </ac:spMkLst>
        </pc:spChg>
        <pc:spChg chg="del mod">
          <ac:chgData name="yoon xihyeon" userId="b03689a23d6da60b" providerId="LiveId" clId="{5D914AD7-9230-47CE-8F52-5A96260F97A5}" dt="2022-11-14T04:08:42.389" v="797" actId="478"/>
          <ac:spMkLst>
            <pc:docMk/>
            <pc:sldMk cId="3039576005" sldId="287"/>
            <ac:spMk id="15" creationId="{8815A429-0165-46F7-A030-F0DB180F3DE0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7" creationId="{328F6FD4-8AB4-4E8B-9170-4D1C5928B7DA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8" creationId="{BDA9770A-D39D-4A7F-A14E-E772054AAB72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0" creationId="{4269153D-1DEC-4CFC-87C4-EB3F768AE6D4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1" creationId="{5DEAC1AD-7D88-4E81-8571-1A0B8F3677AE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3" creationId="{1D358335-3797-481A-88A9-AA0689023883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4" creationId="{9421D3E1-0BB4-4B74-A707-5BAC350839EB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25" creationId="{B0DD473D-626F-4DC6-A648-3BFCC6B4AF47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26" creationId="{C4404A3D-C925-4422-B36F-7ADEB3EAF66A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27" creationId="{E8A0000D-7E54-4A27-84C9-D2E4F33159A4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28" creationId="{3773FE2E-63C9-4C75-B7D8-DECD7FFAFFB3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29" creationId="{120F1523-9CAD-4C27-A816-6A3DB5808645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30" creationId="{85DFD22B-A591-4CCA-B629-F891C787C026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31" creationId="{EB34BCCA-2631-4478-B26A-D30B20B83E90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32" creationId="{7721A97E-197F-4022-8947-CAF47AC231A8}"/>
          </ac:spMkLst>
        </pc:spChg>
        <pc:cxnChg chg="mod">
          <ac:chgData name="yoon xihyeon" userId="b03689a23d6da60b" providerId="LiveId" clId="{5D914AD7-9230-47CE-8F52-5A96260F97A5}" dt="2022-12-03T12:26:49.766" v="2159" actId="34135"/>
          <ac:cxnSpMkLst>
            <pc:docMk/>
            <pc:sldMk cId="3039576005" sldId="287"/>
            <ac:cxnSpMk id="4" creationId="{9A8E474A-6ECB-442D-8A42-7881F4DFBB2A}"/>
          </ac:cxnSpMkLst>
        </pc:cxnChg>
        <pc:cxnChg chg="mod">
          <ac:chgData name="yoon xihyeon" userId="b03689a23d6da60b" providerId="LiveId" clId="{5D914AD7-9230-47CE-8F52-5A96260F97A5}" dt="2022-12-03T12:26:49.766" v="2159" actId="34135"/>
          <ac:cxnSpMkLst>
            <pc:docMk/>
            <pc:sldMk cId="3039576005" sldId="287"/>
            <ac:cxnSpMk id="12" creationId="{9742D1A6-E7F3-4E84-9CDB-BF483BDD38B5}"/>
          </ac:cxnSpMkLst>
        </pc:cxnChg>
        <pc:cxnChg chg="mod">
          <ac:chgData name="yoon xihyeon" userId="b03689a23d6da60b" providerId="LiveId" clId="{5D914AD7-9230-47CE-8F52-5A96260F97A5}" dt="2022-12-03T12:26:49.766" v="2159" actId="34135"/>
          <ac:cxnSpMkLst>
            <pc:docMk/>
            <pc:sldMk cId="3039576005" sldId="287"/>
            <ac:cxnSpMk id="16" creationId="{5F729412-9112-4DCB-A429-D645A9C6FCE2}"/>
          </ac:cxnSpMkLst>
        </pc:cxnChg>
        <pc:cxnChg chg="mod">
          <ac:chgData name="yoon xihyeon" userId="b03689a23d6da60b" providerId="LiveId" clId="{5D914AD7-9230-47CE-8F52-5A96260F97A5}" dt="2022-12-03T12:26:49.766" v="2159" actId="34135"/>
          <ac:cxnSpMkLst>
            <pc:docMk/>
            <pc:sldMk cId="3039576005" sldId="287"/>
            <ac:cxnSpMk id="19" creationId="{8A5DFFCE-4A81-4FD3-B342-6726CD12DD5D}"/>
          </ac:cxnSpMkLst>
        </pc:cxnChg>
        <pc:cxnChg chg="mod">
          <ac:chgData name="yoon xihyeon" userId="b03689a23d6da60b" providerId="LiveId" clId="{5D914AD7-9230-47CE-8F52-5A96260F97A5}" dt="2022-12-03T12:26:49.766" v="2159" actId="34135"/>
          <ac:cxnSpMkLst>
            <pc:docMk/>
            <pc:sldMk cId="3039576005" sldId="287"/>
            <ac:cxnSpMk id="22" creationId="{EBA72BCD-F717-4443-92F7-ABE5A7BB32FC}"/>
          </ac:cxnSpMkLst>
        </pc:cxnChg>
      </pc:sldChg>
      <pc:sldChg chg="addSp delSp modSp del mod">
        <pc:chgData name="yoon xihyeon" userId="b03689a23d6da60b" providerId="LiveId" clId="{5D914AD7-9230-47CE-8F52-5A96260F97A5}" dt="2022-12-04T14:47:33.450" v="3138" actId="47"/>
        <pc:sldMkLst>
          <pc:docMk/>
          <pc:sldMk cId="2139668770" sldId="288"/>
        </pc:sldMkLst>
        <pc:spChg chg="add mod">
          <ac:chgData name="yoon xihyeon" userId="b03689a23d6da60b" providerId="LiveId" clId="{5D914AD7-9230-47CE-8F52-5A96260F97A5}" dt="2022-12-03T10:05:52.668" v="1547"/>
          <ac:spMkLst>
            <pc:docMk/>
            <pc:sldMk cId="2139668770" sldId="288"/>
            <ac:spMk id="3" creationId="{B423CB85-11BD-80A6-817A-0753C1B6A628}"/>
          </ac:spMkLst>
        </pc:spChg>
        <pc:spChg chg="add mod">
          <ac:chgData name="yoon xihyeon" userId="b03689a23d6da60b" providerId="LiveId" clId="{5D914AD7-9230-47CE-8F52-5A96260F97A5}" dt="2022-12-03T10:33:56.331" v="2100" actId="20577"/>
          <ac:spMkLst>
            <pc:docMk/>
            <pc:sldMk cId="2139668770" sldId="288"/>
            <ac:spMk id="6" creationId="{9FA3CC88-3E96-2782-954C-69B06004925E}"/>
          </ac:spMkLst>
        </pc:spChg>
        <pc:spChg chg="del">
          <ac:chgData name="yoon xihyeon" userId="b03689a23d6da60b" providerId="LiveId" clId="{5D914AD7-9230-47CE-8F52-5A96260F97A5}" dt="2022-12-03T10:05:52.199" v="1546" actId="478"/>
          <ac:spMkLst>
            <pc:docMk/>
            <pc:sldMk cId="2139668770" sldId="288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9:24.190" v="805" actId="478"/>
          <ac:spMkLst>
            <pc:docMk/>
            <pc:sldMk cId="2139668770" sldId="288"/>
            <ac:spMk id="15" creationId="{8815A429-0165-46F7-A030-F0DB180F3DE0}"/>
          </ac:spMkLst>
        </pc:spChg>
      </pc:sldChg>
      <pc:sldChg chg="delSp del mod">
        <pc:chgData name="yoon xihyeon" userId="b03689a23d6da60b" providerId="LiveId" clId="{5D914AD7-9230-47CE-8F52-5A96260F97A5}" dt="2022-11-28T05:01:05.228" v="840" actId="47"/>
        <pc:sldMkLst>
          <pc:docMk/>
          <pc:sldMk cId="1584148496" sldId="289"/>
        </pc:sldMkLst>
        <pc:spChg chg="del">
          <ac:chgData name="yoon xihyeon" userId="b03689a23d6da60b" providerId="LiveId" clId="{5D914AD7-9230-47CE-8F52-5A96260F97A5}" dt="2022-11-14T04:09:18.933" v="803" actId="478"/>
          <ac:spMkLst>
            <pc:docMk/>
            <pc:sldMk cId="1584148496" sldId="289"/>
            <ac:spMk id="15" creationId="{8815A429-0165-46F7-A030-F0DB180F3DE0}"/>
          </ac:spMkLst>
        </pc:spChg>
      </pc:sldChg>
      <pc:sldChg chg="delSp del mod">
        <pc:chgData name="yoon xihyeon" userId="b03689a23d6da60b" providerId="LiveId" clId="{5D914AD7-9230-47CE-8F52-5A96260F97A5}" dt="2022-12-03T10:17:22.300" v="1716" actId="47"/>
        <pc:sldMkLst>
          <pc:docMk/>
          <pc:sldMk cId="2952192338" sldId="290"/>
        </pc:sldMkLst>
        <pc:spChg chg="del">
          <ac:chgData name="yoon xihyeon" userId="b03689a23d6da60b" providerId="LiveId" clId="{5D914AD7-9230-47CE-8F52-5A96260F97A5}" dt="2022-11-14T04:09:41.365" v="806" actId="478"/>
          <ac:spMkLst>
            <pc:docMk/>
            <pc:sldMk cId="2952192338" sldId="290"/>
            <ac:spMk id="15" creationId="{8815A429-0165-46F7-A030-F0DB180F3DE0}"/>
          </ac:spMkLst>
        </pc:spChg>
      </pc:sldChg>
      <pc:sldChg chg="addSp delSp modSp del mod ord">
        <pc:chgData name="yoon xihyeon" userId="b03689a23d6da60b" providerId="LiveId" clId="{5D914AD7-9230-47CE-8F52-5A96260F97A5}" dt="2022-12-04T14:35:38.616" v="2172" actId="47"/>
        <pc:sldMkLst>
          <pc:docMk/>
          <pc:sldMk cId="1881078102" sldId="291"/>
        </pc:sldMkLst>
        <pc:spChg chg="add del mod">
          <ac:chgData name="yoon xihyeon" userId="b03689a23d6da60b" providerId="LiveId" clId="{5D914AD7-9230-47CE-8F52-5A96260F97A5}" dt="2022-12-03T10:20:10.917" v="1778"/>
          <ac:spMkLst>
            <pc:docMk/>
            <pc:sldMk cId="1881078102" sldId="291"/>
            <ac:spMk id="3" creationId="{9CBCBF0D-ED0C-D573-74A7-93FF18BFF8D8}"/>
          </ac:spMkLst>
        </pc:spChg>
        <pc:spChg chg="add mod">
          <ac:chgData name="yoon xihyeon" userId="b03689a23d6da60b" providerId="LiveId" clId="{5D914AD7-9230-47CE-8F52-5A96260F97A5}" dt="2022-12-03T10:20:24.955" v="1839"/>
          <ac:spMkLst>
            <pc:docMk/>
            <pc:sldMk cId="1881078102" sldId="291"/>
            <ac:spMk id="6" creationId="{5BE703E8-0523-17BE-BF61-DAC77D04D160}"/>
          </ac:spMkLst>
        </pc:spChg>
        <pc:spChg chg="add mod ord">
          <ac:chgData name="yoon xihyeon" userId="b03689a23d6da60b" providerId="LiveId" clId="{5D914AD7-9230-47CE-8F52-5A96260F97A5}" dt="2022-12-03T10:27:37.646" v="1975" actId="1076"/>
          <ac:spMkLst>
            <pc:docMk/>
            <pc:sldMk cId="1881078102" sldId="291"/>
            <ac:spMk id="7" creationId="{999A12A1-8C0D-1EF4-AFD2-D71BFE6DCC2B}"/>
          </ac:spMkLst>
        </pc:spChg>
        <pc:spChg chg="add mod">
          <ac:chgData name="yoon xihyeon" userId="b03689a23d6da60b" providerId="LiveId" clId="{5D914AD7-9230-47CE-8F52-5A96260F97A5}" dt="2022-12-03T10:26:53.315" v="1968" actId="1076"/>
          <ac:spMkLst>
            <pc:docMk/>
            <pc:sldMk cId="1881078102" sldId="291"/>
            <ac:spMk id="8" creationId="{97AD064C-2529-8B79-7621-D31FA7140FB7}"/>
          </ac:spMkLst>
        </pc:spChg>
        <pc:spChg chg="del">
          <ac:chgData name="yoon xihyeon" userId="b03689a23d6da60b" providerId="LiveId" clId="{5D914AD7-9230-47CE-8F52-5A96260F97A5}" dt="2022-12-03T10:20:12.481" v="1779" actId="478"/>
          <ac:spMkLst>
            <pc:docMk/>
            <pc:sldMk cId="1881078102" sldId="291"/>
            <ac:spMk id="9" creationId="{7FFA9BC9-96FB-4B17-AF51-48D81692F2D7}"/>
          </ac:spMkLst>
        </pc:spChg>
        <pc:spChg chg="add mod">
          <ac:chgData name="yoon xihyeon" userId="b03689a23d6da60b" providerId="LiveId" clId="{5D914AD7-9230-47CE-8F52-5A96260F97A5}" dt="2022-12-03T10:24:46.817" v="1924" actId="1076"/>
          <ac:spMkLst>
            <pc:docMk/>
            <pc:sldMk cId="1881078102" sldId="291"/>
            <ac:spMk id="10" creationId="{601B5952-1395-031D-7267-20370B40C8F4}"/>
          </ac:spMkLst>
        </pc:spChg>
        <pc:spChg chg="add mod">
          <ac:chgData name="yoon xihyeon" userId="b03689a23d6da60b" providerId="LiveId" clId="{5D914AD7-9230-47CE-8F52-5A96260F97A5}" dt="2022-12-03T10:25:58.859" v="1939" actId="1076"/>
          <ac:spMkLst>
            <pc:docMk/>
            <pc:sldMk cId="1881078102" sldId="291"/>
            <ac:spMk id="11" creationId="{084D12E2-A1BE-882B-B9F6-A52C642616ED}"/>
          </ac:spMkLst>
        </pc:spChg>
        <pc:spChg chg="add mod ord">
          <ac:chgData name="yoon xihyeon" userId="b03689a23d6da60b" providerId="LiveId" clId="{5D914AD7-9230-47CE-8F52-5A96260F97A5}" dt="2022-12-03T10:27:27.062" v="1974" actId="167"/>
          <ac:spMkLst>
            <pc:docMk/>
            <pc:sldMk cId="1881078102" sldId="291"/>
            <ac:spMk id="12" creationId="{47787AB6-23A8-0438-1C50-B29FA53CD797}"/>
          </ac:spMkLst>
        </pc:spChg>
        <pc:spChg chg="add mod">
          <ac:chgData name="yoon xihyeon" userId="b03689a23d6da60b" providerId="LiveId" clId="{5D914AD7-9230-47CE-8F52-5A96260F97A5}" dt="2022-12-03T10:26:38.318" v="1961" actId="1076"/>
          <ac:spMkLst>
            <pc:docMk/>
            <pc:sldMk cId="1881078102" sldId="291"/>
            <ac:spMk id="13" creationId="{F43714B8-BDE2-86B7-8C22-7E53268E9C87}"/>
          </ac:spMkLst>
        </pc:spChg>
        <pc:spChg chg="del mod">
          <ac:chgData name="yoon xihyeon" userId="b03689a23d6da60b" providerId="LiveId" clId="{5D914AD7-9230-47CE-8F52-5A96260F97A5}" dt="2022-11-14T04:09:46.395" v="808" actId="478"/>
          <ac:spMkLst>
            <pc:docMk/>
            <pc:sldMk cId="1881078102" sldId="291"/>
            <ac:spMk id="15" creationId="{8815A429-0165-46F7-A030-F0DB180F3DE0}"/>
          </ac:spMkLst>
        </pc:spChg>
        <pc:spChg chg="mod ord">
          <ac:chgData name="yoon xihyeon" userId="b03689a23d6da60b" providerId="LiveId" clId="{5D914AD7-9230-47CE-8F52-5A96260F97A5}" dt="2022-12-03T10:27:12.222" v="1971" actId="166"/>
          <ac:spMkLst>
            <pc:docMk/>
            <pc:sldMk cId="1881078102" sldId="291"/>
            <ac:spMk id="29" creationId="{F3506F38-D7CA-4295-983C-8A7CA0056781}"/>
          </ac:spMkLst>
        </pc:spChg>
        <pc:spChg chg="mod ord">
          <ac:chgData name="yoon xihyeon" userId="b03689a23d6da60b" providerId="LiveId" clId="{5D914AD7-9230-47CE-8F52-5A96260F97A5}" dt="2022-12-03T10:27:12.566" v="1972" actId="166"/>
          <ac:spMkLst>
            <pc:docMk/>
            <pc:sldMk cId="1881078102" sldId="291"/>
            <ac:spMk id="30" creationId="{305AAFFA-CA45-4BA8-9267-65857DA78E11}"/>
          </ac:spMkLst>
        </pc:spChg>
        <pc:spChg chg="mod ord">
          <ac:chgData name="yoon xihyeon" userId="b03689a23d6da60b" providerId="LiveId" clId="{5D914AD7-9230-47CE-8F52-5A96260F97A5}" dt="2022-12-03T10:27:18.987" v="1973" actId="167"/>
          <ac:spMkLst>
            <pc:docMk/>
            <pc:sldMk cId="1881078102" sldId="291"/>
            <ac:spMk id="31" creationId="{BE13E564-5A9C-479A-9341-19223AE77C03}"/>
          </ac:spMkLst>
        </pc:spChg>
        <pc:spChg chg="del">
          <ac:chgData name="yoon xihyeon" userId="b03689a23d6da60b" providerId="LiveId" clId="{5D914AD7-9230-47CE-8F52-5A96260F97A5}" dt="2022-12-03T10:23:24.849" v="1907" actId="478"/>
          <ac:spMkLst>
            <pc:docMk/>
            <pc:sldMk cId="1881078102" sldId="291"/>
            <ac:spMk id="32" creationId="{1F9CB9B7-B0C7-4080-ABEB-18D35BAE8C2A}"/>
          </ac:spMkLst>
        </pc:spChg>
        <pc:spChg chg="del mod">
          <ac:chgData name="yoon xihyeon" userId="b03689a23d6da60b" providerId="LiveId" clId="{5D914AD7-9230-47CE-8F52-5A96260F97A5}" dt="2022-12-03T10:23:38.005" v="1912" actId="478"/>
          <ac:spMkLst>
            <pc:docMk/>
            <pc:sldMk cId="1881078102" sldId="291"/>
            <ac:spMk id="33" creationId="{44AE361D-0084-477A-ABCB-B0E1194C754C}"/>
          </ac:spMkLst>
        </pc:spChg>
        <pc:spChg chg="del">
          <ac:chgData name="yoon xihyeon" userId="b03689a23d6da60b" providerId="LiveId" clId="{5D914AD7-9230-47CE-8F52-5A96260F97A5}" dt="2022-12-03T10:23:22.864" v="1906" actId="478"/>
          <ac:spMkLst>
            <pc:docMk/>
            <pc:sldMk cId="1881078102" sldId="291"/>
            <ac:spMk id="34" creationId="{73B5EB23-D548-4B79-9A58-CB41B21601F6}"/>
          </ac:spMkLst>
        </pc:spChg>
        <pc:spChg chg="mod topLvl">
          <ac:chgData name="yoon xihyeon" userId="b03689a23d6da60b" providerId="LiveId" clId="{5D914AD7-9230-47CE-8F52-5A96260F97A5}" dt="2022-12-03T10:26:23.365" v="1955" actId="1076"/>
          <ac:spMkLst>
            <pc:docMk/>
            <pc:sldMk cId="1881078102" sldId="291"/>
            <ac:spMk id="42" creationId="{D6B87E40-8C6D-411B-ADF3-D51036089F8E}"/>
          </ac:spMkLst>
        </pc:spChg>
        <pc:spChg chg="del topLvl">
          <ac:chgData name="yoon xihyeon" userId="b03689a23d6da60b" providerId="LiveId" clId="{5D914AD7-9230-47CE-8F52-5A96260F97A5}" dt="2022-12-03T10:20:37.937" v="1840" actId="478"/>
          <ac:spMkLst>
            <pc:docMk/>
            <pc:sldMk cId="1881078102" sldId="291"/>
            <ac:spMk id="43" creationId="{80BC1EF5-EBED-4AC4-B387-8C489328EA39}"/>
          </ac:spMkLst>
        </pc:spChg>
        <pc:grpChg chg="del">
          <ac:chgData name="yoon xihyeon" userId="b03689a23d6da60b" providerId="LiveId" clId="{5D914AD7-9230-47CE-8F52-5A96260F97A5}" dt="2022-12-03T10:21:05.678" v="1852" actId="478"/>
          <ac:grpSpMkLst>
            <pc:docMk/>
            <pc:sldMk cId="1881078102" sldId="291"/>
            <ac:grpSpMk id="35" creationId="{11E25C83-80B1-4393-95ED-E8AB576A35B0}"/>
          </ac:grpSpMkLst>
        </pc:grpChg>
        <pc:grpChg chg="del">
          <ac:chgData name="yoon xihyeon" userId="b03689a23d6da60b" providerId="LiveId" clId="{5D914AD7-9230-47CE-8F52-5A96260F97A5}" dt="2022-12-03T10:21:07.240" v="1853" actId="478"/>
          <ac:grpSpMkLst>
            <pc:docMk/>
            <pc:sldMk cId="1881078102" sldId="291"/>
            <ac:grpSpMk id="38" creationId="{96AA5402-DF74-4BB3-AED0-51C0D35A08BF}"/>
          </ac:grpSpMkLst>
        </pc:grpChg>
        <pc:grpChg chg="del">
          <ac:chgData name="yoon xihyeon" userId="b03689a23d6da60b" providerId="LiveId" clId="{5D914AD7-9230-47CE-8F52-5A96260F97A5}" dt="2022-12-03T10:20:37.937" v="1840" actId="478"/>
          <ac:grpSpMkLst>
            <pc:docMk/>
            <pc:sldMk cId="1881078102" sldId="291"/>
            <ac:grpSpMk id="41" creationId="{C7AD53C5-8293-4807-BCA8-E58FDAF03EF6}"/>
          </ac:grpSpMkLst>
        </pc:grpChg>
      </pc:sldChg>
      <pc:sldChg chg="addSp delSp modSp del mod ord">
        <pc:chgData name="yoon xihyeon" userId="b03689a23d6da60b" providerId="LiveId" clId="{5D914AD7-9230-47CE-8F52-5A96260F97A5}" dt="2022-12-03T10:20:05.987" v="1776" actId="47"/>
        <pc:sldMkLst>
          <pc:docMk/>
          <pc:sldMk cId="3549485027" sldId="292"/>
        </pc:sldMkLst>
        <pc:spChg chg="add del mod">
          <ac:chgData name="yoon xihyeon" userId="b03689a23d6da60b" providerId="LiveId" clId="{5D914AD7-9230-47CE-8F52-5A96260F97A5}" dt="2022-12-03T10:19:46.400" v="1773"/>
          <ac:spMkLst>
            <pc:docMk/>
            <pc:sldMk cId="3549485027" sldId="292"/>
            <ac:spMk id="3" creationId="{11FF9CE1-B5EC-FFA4-22EA-92C931C3D7A6}"/>
          </ac:spMkLst>
        </pc:spChg>
        <pc:spChg chg="del">
          <ac:chgData name="yoon xihyeon" userId="b03689a23d6da60b" providerId="LiveId" clId="{5D914AD7-9230-47CE-8F52-5A96260F97A5}" dt="2022-12-03T10:19:44.102" v="1771" actId="478"/>
          <ac:spMkLst>
            <pc:docMk/>
            <pc:sldMk cId="3549485027" sldId="292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9:49.708" v="810" actId="478"/>
          <ac:spMkLst>
            <pc:docMk/>
            <pc:sldMk cId="3549485027" sldId="292"/>
            <ac:spMk id="15" creationId="{8815A429-0165-46F7-A030-F0DB180F3DE0}"/>
          </ac:spMkLst>
        </pc:spChg>
        <pc:graphicFrameChg chg="mod">
          <ac:chgData name="yoon xihyeon" userId="b03689a23d6da60b" providerId="LiveId" clId="{5D914AD7-9230-47CE-8F52-5A96260F97A5}" dt="2022-12-03T10:20:01.366" v="1775" actId="1076"/>
          <ac:graphicFrameMkLst>
            <pc:docMk/>
            <pc:sldMk cId="3549485027" sldId="292"/>
            <ac:graphicFrameMk id="24" creationId="{EE3E2F4D-6BE1-4FCD-B33E-961CD7CF38F5}"/>
          </ac:graphicFrameMkLst>
        </pc:graphicFrameChg>
      </pc:sldChg>
      <pc:sldChg chg="addSp delSp modSp mod">
        <pc:chgData name="yoon xihyeon" userId="b03689a23d6da60b" providerId="LiveId" clId="{5D914AD7-9230-47CE-8F52-5A96260F97A5}" dt="2022-12-04T14:52:28.136" v="3198" actId="20577"/>
        <pc:sldMkLst>
          <pc:docMk/>
          <pc:sldMk cId="1438082613" sldId="293"/>
        </pc:sldMkLst>
        <pc:spChg chg="add mod">
          <ac:chgData name="yoon xihyeon" userId="b03689a23d6da60b" providerId="LiveId" clId="{5D914AD7-9230-47CE-8F52-5A96260F97A5}" dt="2022-12-03T10:18:31.042" v="1763" actId="207"/>
          <ac:spMkLst>
            <pc:docMk/>
            <pc:sldMk cId="1438082613" sldId="293"/>
            <ac:spMk id="3" creationId="{747F236F-C956-8247-DA84-DBF48FA4A2F2}"/>
          </ac:spMkLst>
        </pc:spChg>
        <pc:spChg chg="add del">
          <ac:chgData name="yoon xihyeon" userId="b03689a23d6da60b" providerId="LiveId" clId="{5D914AD7-9230-47CE-8F52-5A96260F97A5}" dt="2022-12-04T14:35:17.766" v="2170" actId="22"/>
          <ac:spMkLst>
            <pc:docMk/>
            <pc:sldMk cId="1438082613" sldId="293"/>
            <ac:spMk id="7" creationId="{A30D70C1-7D5E-B7E9-96DF-41A9999D18ED}"/>
          </ac:spMkLst>
        </pc:spChg>
        <pc:spChg chg="del">
          <ac:chgData name="yoon xihyeon" userId="b03689a23d6da60b" providerId="LiveId" clId="{5D914AD7-9230-47CE-8F52-5A96260F97A5}" dt="2022-12-03T10:18:01.070" v="1718" actId="478"/>
          <ac:spMkLst>
            <pc:docMk/>
            <pc:sldMk cId="1438082613" sldId="293"/>
            <ac:spMk id="9" creationId="{7FFA9BC9-96FB-4B17-AF51-48D81692F2D7}"/>
          </ac:spMkLst>
        </pc:spChg>
        <pc:spChg chg="del">
          <ac:chgData name="yoon xihyeon" userId="b03689a23d6da60b" providerId="LiveId" clId="{5D914AD7-9230-47CE-8F52-5A96260F97A5}" dt="2022-12-03T10:18:44.710" v="1765" actId="478"/>
          <ac:spMkLst>
            <pc:docMk/>
            <pc:sldMk cId="1438082613" sldId="293"/>
            <ac:spMk id="12" creationId="{A79FA120-F414-47F7-A373-3864606C32DD}"/>
          </ac:spMkLst>
        </pc:spChg>
        <pc:spChg chg="del">
          <ac:chgData name="yoon xihyeon" userId="b03689a23d6da60b" providerId="LiveId" clId="{5D914AD7-9230-47CE-8F52-5A96260F97A5}" dt="2022-12-03T10:18:43.132" v="1764" actId="478"/>
          <ac:spMkLst>
            <pc:docMk/>
            <pc:sldMk cId="1438082613" sldId="293"/>
            <ac:spMk id="13" creationId="{C948AD71-585F-461D-A45B-DEFFEE9BE933}"/>
          </ac:spMkLst>
        </pc:spChg>
        <pc:spChg chg="del">
          <ac:chgData name="yoon xihyeon" userId="b03689a23d6da60b" providerId="LiveId" clId="{5D914AD7-9230-47CE-8F52-5A96260F97A5}" dt="2022-11-14T04:09:52.543" v="811" actId="478"/>
          <ac:spMkLst>
            <pc:docMk/>
            <pc:sldMk cId="1438082613" sldId="293"/>
            <ac:spMk id="15" creationId="{8815A429-0165-46F7-A030-F0DB180F3DE0}"/>
          </ac:spMkLst>
        </pc:spChg>
        <pc:graphicFrameChg chg="add mod modGraphic">
          <ac:chgData name="yoon xihyeon" userId="b03689a23d6da60b" providerId="LiveId" clId="{5D914AD7-9230-47CE-8F52-5A96260F97A5}" dt="2022-12-04T14:52:28.136" v="3198" actId="20577"/>
          <ac:graphicFrameMkLst>
            <pc:docMk/>
            <pc:sldMk cId="1438082613" sldId="293"/>
            <ac:graphicFrameMk id="8" creationId="{050C840D-AA71-AEBF-1101-867E37207FFB}"/>
          </ac:graphicFrameMkLst>
        </pc:graphicFrameChg>
        <pc:graphicFrameChg chg="del">
          <ac:chgData name="yoon xihyeon" userId="b03689a23d6da60b" providerId="LiveId" clId="{5D914AD7-9230-47CE-8F52-5A96260F97A5}" dt="2022-12-03T10:17:49.341" v="1717" actId="478"/>
          <ac:graphicFrameMkLst>
            <pc:docMk/>
            <pc:sldMk cId="1438082613" sldId="293"/>
            <ac:graphicFrameMk id="11" creationId="{1B6CB4A3-1B73-4653-A34C-85DA2F8872C7}"/>
          </ac:graphicFrameMkLst>
        </pc:graphicFrameChg>
        <pc:cxnChg chg="del">
          <ac:chgData name="yoon xihyeon" userId="b03689a23d6da60b" providerId="LiveId" clId="{5D914AD7-9230-47CE-8F52-5A96260F97A5}" dt="2022-12-03T10:18:45.831" v="1766" actId="478"/>
          <ac:cxnSpMkLst>
            <pc:docMk/>
            <pc:sldMk cId="1438082613" sldId="293"/>
            <ac:cxnSpMk id="14" creationId="{881915D1-0F89-4303-80B5-E5E4408EC583}"/>
          </ac:cxnSpMkLst>
        </pc:cxnChg>
      </pc:sldChg>
      <pc:sldChg chg="addSp delSp modSp mod">
        <pc:chgData name="yoon xihyeon" userId="b03689a23d6da60b" providerId="LiveId" clId="{5D914AD7-9230-47CE-8F52-5A96260F97A5}" dt="2022-12-03T10:37:11.640" v="2148"/>
        <pc:sldMkLst>
          <pc:docMk/>
          <pc:sldMk cId="2199263989" sldId="294"/>
        </pc:sldMkLst>
        <pc:spChg chg="mod">
          <ac:chgData name="yoon xihyeon" userId="b03689a23d6da60b" providerId="LiveId" clId="{5D914AD7-9230-47CE-8F52-5A96260F97A5}" dt="2022-12-03T10:29:31.973" v="1995" actId="207"/>
          <ac:spMkLst>
            <pc:docMk/>
            <pc:sldMk cId="2199263989" sldId="294"/>
            <ac:spMk id="5" creationId="{FDB9A5FD-AF14-DC8B-0806-93E26BE29C46}"/>
          </ac:spMkLst>
        </pc:spChg>
        <pc:spChg chg="del">
          <ac:chgData name="yoon xihyeon" userId="b03689a23d6da60b" providerId="LiveId" clId="{5D914AD7-9230-47CE-8F52-5A96260F97A5}" dt="2022-12-03T10:07:27.505" v="1587" actId="478"/>
          <ac:spMkLst>
            <pc:docMk/>
            <pc:sldMk cId="2199263989" sldId="294"/>
            <ac:spMk id="6" creationId="{52457443-236A-4B97-AB90-9C203498A48B}"/>
          </ac:spMkLst>
        </pc:spChg>
        <pc:spChg chg="add mod ord">
          <ac:chgData name="yoon xihyeon" userId="b03689a23d6da60b" providerId="LiveId" clId="{5D914AD7-9230-47CE-8F52-5A96260F97A5}" dt="2022-12-03T10:14:13.382" v="1632" actId="14100"/>
          <ac:spMkLst>
            <pc:docMk/>
            <pc:sldMk cId="2199263989" sldId="294"/>
            <ac:spMk id="7" creationId="{7862B3F7-5E25-A7FD-40E4-E5950191F795}"/>
          </ac:spMkLst>
        </pc:spChg>
        <pc:spChg chg="add mod">
          <ac:chgData name="yoon xihyeon" userId="b03689a23d6da60b" providerId="LiveId" clId="{5D914AD7-9230-47CE-8F52-5A96260F97A5}" dt="2022-12-03T10:09:39.936" v="1598"/>
          <ac:spMkLst>
            <pc:docMk/>
            <pc:sldMk cId="2199263989" sldId="294"/>
            <ac:spMk id="10" creationId="{36A05DBC-716C-A018-6FC2-C1375396264B}"/>
          </ac:spMkLst>
        </pc:spChg>
        <pc:spChg chg="add mod">
          <ac:chgData name="yoon xihyeon" userId="b03689a23d6da60b" providerId="LiveId" clId="{5D914AD7-9230-47CE-8F52-5A96260F97A5}" dt="2022-12-03T10:14:42.021" v="1656" actId="20577"/>
          <ac:spMkLst>
            <pc:docMk/>
            <pc:sldMk cId="2199263989" sldId="294"/>
            <ac:spMk id="11" creationId="{16B4C177-3785-15B4-24B7-813AB7B65563}"/>
          </ac:spMkLst>
        </pc:spChg>
        <pc:spChg chg="add del mod">
          <ac:chgData name="yoon xihyeon" userId="b03689a23d6da60b" providerId="LiveId" clId="{5D914AD7-9230-47CE-8F52-5A96260F97A5}" dt="2022-12-03T10:37:02.041" v="2144" actId="21"/>
          <ac:spMkLst>
            <pc:docMk/>
            <pc:sldMk cId="2199263989" sldId="294"/>
            <ac:spMk id="12" creationId="{CB63722A-45C0-DA96-8D10-A88D88E14E0E}"/>
          </ac:spMkLst>
        </pc:spChg>
        <pc:spChg chg="add mod">
          <ac:chgData name="yoon xihyeon" userId="b03689a23d6da60b" providerId="LiveId" clId="{5D914AD7-9230-47CE-8F52-5A96260F97A5}" dt="2022-12-03T10:37:11.640" v="2148"/>
          <ac:spMkLst>
            <pc:docMk/>
            <pc:sldMk cId="2199263989" sldId="294"/>
            <ac:spMk id="13" creationId="{655BB24B-4520-62AE-119A-9AB8CF3BF345}"/>
          </ac:spMkLst>
        </pc:spChg>
        <pc:grpChg chg="del">
          <ac:chgData name="yoon xihyeon" userId="b03689a23d6da60b" providerId="LiveId" clId="{5D914AD7-9230-47CE-8F52-5A96260F97A5}" dt="2022-12-03T10:07:25.626" v="1586" actId="478"/>
          <ac:grpSpMkLst>
            <pc:docMk/>
            <pc:sldMk cId="2199263989" sldId="294"/>
            <ac:grpSpMk id="2" creationId="{98FFD00A-2DF4-4775-AAC7-43F3FE6D0795}"/>
          </ac:grpSpMkLst>
        </pc:grpChg>
        <pc:cxnChg chg="add mod">
          <ac:chgData name="yoon xihyeon" userId="b03689a23d6da60b" providerId="LiveId" clId="{5D914AD7-9230-47CE-8F52-5A96260F97A5}" dt="2022-12-03T10:09:31.275" v="1597" actId="14100"/>
          <ac:cxnSpMkLst>
            <pc:docMk/>
            <pc:sldMk cId="2199263989" sldId="294"/>
            <ac:cxnSpMk id="8" creationId="{07DCB200-54C0-4AD3-99C4-9FB451D035F3}"/>
          </ac:cxnSpMkLst>
        </pc:cxnChg>
      </pc:sldChg>
      <pc:sldChg chg="add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627780173" sldId="295"/>
        </pc:sldMkLst>
        <pc:spChg chg="add mod">
          <ac:chgData name="yoon xihyeon" userId="b03689a23d6da60b" providerId="LiveId" clId="{5D914AD7-9230-47CE-8F52-5A96260F97A5}" dt="2022-11-14T04:03:47.760" v="729" actId="1036"/>
          <ac:spMkLst>
            <pc:docMk/>
            <pc:sldMk cId="1627780173" sldId="295"/>
            <ac:spMk id="2" creationId="{DDE284A1-06BB-AEF6-CC6C-FF63F7DABC50}"/>
          </ac:spMkLst>
        </pc:spChg>
        <pc:spChg chg="mod">
          <ac:chgData name="yoon xihyeon" userId="b03689a23d6da60b" providerId="LiveId" clId="{5D914AD7-9230-47CE-8F52-5A96260F97A5}" dt="2022-11-14T04:04:39.230" v="750" actId="20577"/>
          <ac:spMkLst>
            <pc:docMk/>
            <pc:sldMk cId="1627780173" sldId="295"/>
            <ac:spMk id="6" creationId="{52457443-236A-4B97-AB90-9C203498A48B}"/>
          </ac:spMkLst>
        </pc:spChg>
      </pc:sldChg>
      <pc:sldChg chg="delSp modSp add del mod setBg">
        <pc:chgData name="yoon xihyeon" userId="b03689a23d6da60b" providerId="LiveId" clId="{5D914AD7-9230-47CE-8F52-5A96260F97A5}" dt="2022-11-28T05:00:09.296" v="836" actId="47"/>
        <pc:sldMkLst>
          <pc:docMk/>
          <pc:sldMk cId="1503160340" sldId="298"/>
        </pc:sldMkLst>
        <pc:spChg chg="del mod">
          <ac:chgData name="yoon xihyeon" userId="b03689a23d6da60b" providerId="LiveId" clId="{5D914AD7-9230-47CE-8F52-5A96260F97A5}" dt="2022-11-14T03:51:59.232" v="188" actId="478"/>
          <ac:spMkLst>
            <pc:docMk/>
            <pc:sldMk cId="1503160340" sldId="298"/>
            <ac:spMk id="5" creationId="{FEF534C6-FC61-4EA2-8855-1A1004EB5117}"/>
          </ac:spMkLst>
        </pc:spChg>
        <pc:spChg chg="mod">
          <ac:chgData name="yoon xihyeon" userId="b03689a23d6da60b" providerId="LiveId" clId="{5D914AD7-9230-47CE-8F52-5A96260F97A5}" dt="2022-11-14T04:03:57.074" v="730" actId="1035"/>
          <ac:spMkLst>
            <pc:docMk/>
            <pc:sldMk cId="1503160340" sldId="298"/>
            <ac:spMk id="7" creationId="{F2894A62-3A98-4459-B069-8674BB246AAC}"/>
          </ac:spMkLst>
        </pc:spChg>
        <pc:picChg chg="del">
          <ac:chgData name="yoon xihyeon" userId="b03689a23d6da60b" providerId="LiveId" clId="{5D914AD7-9230-47CE-8F52-5A96260F97A5}" dt="2022-11-14T04:03:18.261" v="726" actId="478"/>
          <ac:picMkLst>
            <pc:docMk/>
            <pc:sldMk cId="1503160340" sldId="298"/>
            <ac:picMk id="6" creationId="{4D7477A6-39A8-4642-8DC6-EE96DDA7AC2D}"/>
          </ac:picMkLst>
        </pc:picChg>
      </pc:sldChg>
      <pc:sldChg chg="del">
        <pc:chgData name="yoon xihyeon" userId="b03689a23d6da60b" providerId="LiveId" clId="{5D914AD7-9230-47CE-8F52-5A96260F97A5}" dt="2022-12-03T10:07:18.192" v="1583" actId="47"/>
        <pc:sldMkLst>
          <pc:docMk/>
          <pc:sldMk cId="4070689933" sldId="299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2322387484" sldId="300"/>
        </pc:sldMkLst>
        <pc:spChg chg="mod">
          <ac:chgData name="yoon xihyeon" userId="b03689a23d6da60b" providerId="LiveId" clId="{5D914AD7-9230-47CE-8F52-5A96260F97A5}" dt="2022-11-14T04:04:29.780" v="736" actId="20577"/>
          <ac:spMkLst>
            <pc:docMk/>
            <pc:sldMk cId="2322387484" sldId="300"/>
            <ac:spMk id="6" creationId="{52457443-236A-4B97-AB90-9C203498A48B}"/>
          </ac:spMkLst>
        </pc:spChg>
      </pc:sldChg>
      <pc:sldChg chg="add del">
        <pc:chgData name="yoon xihyeon" userId="b03689a23d6da60b" providerId="LiveId" clId="{5D914AD7-9230-47CE-8F52-5A96260F97A5}" dt="2022-11-14T04:04:43.487" v="751" actId="47"/>
        <pc:sldMkLst>
          <pc:docMk/>
          <pc:sldMk cId="2272485096" sldId="301"/>
        </pc:sldMkLst>
      </pc:sldChg>
      <pc:sldChg chg="delSp modSp add mod ord">
        <pc:chgData name="yoon xihyeon" userId="b03689a23d6da60b" providerId="LiveId" clId="{5D914AD7-9230-47CE-8F52-5A96260F97A5}" dt="2022-11-20T14:57:03.037" v="834"/>
        <pc:sldMkLst>
          <pc:docMk/>
          <pc:sldMk cId="2365036064" sldId="301"/>
        </pc:sldMkLst>
        <pc:spChg chg="mod">
          <ac:chgData name="yoon xihyeon" userId="b03689a23d6da60b" providerId="LiveId" clId="{5D914AD7-9230-47CE-8F52-5A96260F97A5}" dt="2022-11-14T04:04:57.274" v="765" actId="14100"/>
          <ac:spMkLst>
            <pc:docMk/>
            <pc:sldMk cId="2365036064" sldId="301"/>
            <ac:spMk id="2" creationId="{DDE284A1-06BB-AEF6-CC6C-FF63F7DABC50}"/>
          </ac:spMkLst>
        </pc:spChg>
        <pc:spChg chg="del mod">
          <ac:chgData name="yoon xihyeon" userId="b03689a23d6da60b" providerId="LiveId" clId="{5D914AD7-9230-47CE-8F52-5A96260F97A5}" dt="2022-11-14T04:05:32.134" v="771" actId="478"/>
          <ac:spMkLst>
            <pc:docMk/>
            <pc:sldMk cId="2365036064" sldId="301"/>
            <ac:spMk id="5" creationId="{1EB95980-B21E-481E-BF88-C25A52D77758}"/>
          </ac:spMkLst>
        </pc:spChg>
        <pc:spChg chg="del mod">
          <ac:chgData name="yoon xihyeon" userId="b03689a23d6da60b" providerId="LiveId" clId="{5D914AD7-9230-47CE-8F52-5A96260F97A5}" dt="2022-11-14T04:05:24.861" v="769" actId="478"/>
          <ac:spMkLst>
            <pc:docMk/>
            <pc:sldMk cId="2365036064" sldId="301"/>
            <ac:spMk id="6" creationId="{52457443-236A-4B97-AB90-9C203498A48B}"/>
          </ac:spMkLst>
        </pc:spChg>
      </pc:sldChg>
      <pc:sldChg chg="add">
        <pc:chgData name="yoon xihyeon" userId="b03689a23d6da60b" providerId="LiveId" clId="{5D914AD7-9230-47CE-8F52-5A96260F97A5}" dt="2022-11-14T04:05:05.577" v="767" actId="2890"/>
        <pc:sldMkLst>
          <pc:docMk/>
          <pc:sldMk cId="1979499213" sldId="302"/>
        </pc:sldMkLst>
      </pc:sldChg>
      <pc:sldChg chg="add">
        <pc:chgData name="yoon xihyeon" userId="b03689a23d6da60b" providerId="LiveId" clId="{5D914AD7-9230-47CE-8F52-5A96260F97A5}" dt="2022-11-14T04:05:09.239" v="768" actId="2890"/>
        <pc:sldMkLst>
          <pc:docMk/>
          <pc:sldMk cId="650056831" sldId="303"/>
        </pc:sldMkLst>
      </pc:sldChg>
      <pc:sldChg chg="add del">
        <pc:chgData name="yoon xihyeon" userId="b03689a23d6da60b" providerId="LiveId" clId="{5D914AD7-9230-47CE-8F52-5A96260F97A5}" dt="2022-11-20T14:56:50.183" v="826" actId="47"/>
        <pc:sldMkLst>
          <pc:docMk/>
          <pc:sldMk cId="2684446039" sldId="30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2733559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024512772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2733559" sldId="306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37208154" sldId="306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536793014" sldId="307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20002575" sldId="307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383687491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469024169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091178883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37208154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120002575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29700823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164579" sldId="311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469024169" sldId="311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67088733" sldId="312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091178883" sldId="312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650336298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29700823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164579" sldId="31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906557788" sldId="31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618241602" sldId="31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632028359" sldId="316"/>
        </pc:sldMkLst>
      </pc:sldChg>
      <pc:sldChg chg="del">
        <pc:chgData name="yoon xihyeon" userId="b03689a23d6da60b" providerId="LiveId" clId="{5D914AD7-9230-47CE-8F52-5A96260F97A5}" dt="2022-11-28T05:00:24.686" v="837"/>
        <pc:sldMkLst>
          <pc:docMk/>
          <pc:sldMk cId="2285601434" sldId="31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902230529" sldId="317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1929721" sldId="318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909889940" sldId="319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635240090" sldId="320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713980244" sldId="321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455221694" sldId="322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221374303" sldId="323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511315108" sldId="32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599607885" sldId="32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4214377447" sldId="32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5735074" sldId="327"/>
        </pc:sldMkLst>
      </pc:sldChg>
      <pc:sldChg chg="modSp add mod">
        <pc:chgData name="yoon xihyeon" userId="b03689a23d6da60b" providerId="LiveId" clId="{5D914AD7-9230-47CE-8F52-5A96260F97A5}" dt="2022-12-03T10:30:11.101" v="1998" actId="207"/>
        <pc:sldMkLst>
          <pc:docMk/>
          <pc:sldMk cId="2580032353" sldId="330"/>
        </pc:sldMkLst>
        <pc:spChg chg="mod">
          <ac:chgData name="yoon xihyeon" userId="b03689a23d6da60b" providerId="LiveId" clId="{5D914AD7-9230-47CE-8F52-5A96260F97A5}" dt="2022-12-03T10:30:11.101" v="1998" actId="207"/>
          <ac:spMkLst>
            <pc:docMk/>
            <pc:sldMk cId="2580032353" sldId="330"/>
            <ac:spMk id="3" creationId="{82DB4BDC-A0CD-EB19-D9B9-A42A0DB3391B}"/>
          </ac:spMkLst>
        </pc:spChg>
      </pc:sldChg>
      <pc:sldChg chg="modSp add mod">
        <pc:chgData name="yoon xihyeon" userId="b03689a23d6da60b" providerId="LiveId" clId="{5D914AD7-9230-47CE-8F52-5A96260F97A5}" dt="2022-12-03T10:30:19.942" v="1999" actId="207"/>
        <pc:sldMkLst>
          <pc:docMk/>
          <pc:sldMk cId="3975752944" sldId="331"/>
        </pc:sldMkLst>
        <pc:spChg chg="mod">
          <ac:chgData name="yoon xihyeon" userId="b03689a23d6da60b" providerId="LiveId" clId="{5D914AD7-9230-47CE-8F52-5A96260F97A5}" dt="2022-12-03T10:30:19.942" v="1999" actId="207"/>
          <ac:spMkLst>
            <pc:docMk/>
            <pc:sldMk cId="3975752944" sldId="331"/>
            <ac:spMk id="5" creationId="{6D3E7D93-F159-2F4C-F16A-ADB709F3EE77}"/>
          </ac:spMkLst>
        </pc:spChg>
      </pc:sldChg>
      <pc:sldChg chg="modSp add mod">
        <pc:chgData name="yoon xihyeon" userId="b03689a23d6da60b" providerId="LiveId" clId="{5D914AD7-9230-47CE-8F52-5A96260F97A5}" dt="2022-12-03T10:29:51.441" v="1996" actId="207"/>
        <pc:sldMkLst>
          <pc:docMk/>
          <pc:sldMk cId="326280623" sldId="332"/>
        </pc:sldMkLst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2" creationId="{FCBB0498-13C3-48CC-9BFE-7243BE8082B0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3" creationId="{90C0895B-7B4E-4FB6-95D6-6192E6C6C6FE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4" creationId="{1EF51587-4B82-43A7-8A06-3BA5E76F90F4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5" creationId="{C42A27B8-3421-9530-A1D5-A9C7F0FA725A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6" creationId="{0CD0AB23-035A-7CED-AF07-C0BD544940FB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8" creationId="{BCC1BEFE-B3B1-57F7-6A89-B176267D896B}"/>
          </ac:spMkLst>
        </pc:spChg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282268662" sldId="33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418081916" sldId="334"/>
        </pc:sldMkLst>
      </pc:sldChg>
      <pc:sldChg chg="add del">
        <pc:chgData name="yoon xihyeon" userId="b03689a23d6da60b" providerId="LiveId" clId="{5D914AD7-9230-47CE-8F52-5A96260F97A5}" dt="2022-11-28T05:00:32.445" v="838" actId="47"/>
        <pc:sldMkLst>
          <pc:docMk/>
          <pc:sldMk cId="30949534" sldId="335"/>
        </pc:sldMkLst>
      </pc:sldChg>
      <pc:sldChg chg="add ord">
        <pc:chgData name="yoon xihyeon" userId="b03689a23d6da60b" providerId="LiveId" clId="{5D914AD7-9230-47CE-8F52-5A96260F97A5}" dt="2022-11-20T14:56:56.370" v="831" actId="20578"/>
        <pc:sldMkLst>
          <pc:docMk/>
          <pc:sldMk cId="1596801422" sldId="33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33584445" sldId="33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262711122" sldId="338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6362761" sldId="339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80619964" sldId="34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431861923" sldId="34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47331528" sldId="34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120979031" sldId="34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7975612" sldId="34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84979857" sldId="345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32453998" sldId="34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391031825" sldId="347"/>
        </pc:sldMkLst>
      </pc:sldChg>
      <pc:sldChg chg="addSp delSp modSp add mod">
        <pc:chgData name="yoon xihyeon" userId="b03689a23d6da60b" providerId="LiveId" clId="{5D914AD7-9230-47CE-8F52-5A96260F97A5}" dt="2022-12-03T12:26:58.943" v="2160" actId="34135"/>
        <pc:sldMkLst>
          <pc:docMk/>
          <pc:sldMk cId="4265482267" sldId="348"/>
        </pc:sldMkLst>
        <pc:spChg chg="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2" creationId="{487A9645-787B-0FBF-7E31-70F7639FFDF9}"/>
          </ac:spMkLst>
        </pc:spChg>
        <pc:spChg chg="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3" creationId="{92636388-5B89-5E13-9EFC-F5830EF1F6BC}"/>
          </ac:spMkLst>
        </pc:spChg>
        <pc:spChg chg="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5" creationId="{76EF8051-9646-4552-BE57-7D95D1538BA2}"/>
          </ac:spMkLst>
        </pc:spChg>
        <pc:spChg chg="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6" creationId="{E556F07A-8481-64EF-FF64-DAAE24D04A03}"/>
          </ac:spMkLst>
        </pc:spChg>
        <pc:spChg chg="add 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7" creationId="{E93C424B-79A3-B0BC-53EE-BDDC68FAE2B4}"/>
          </ac:spMkLst>
        </pc:spChg>
        <pc:spChg chg="del">
          <ac:chgData name="yoon xihyeon" userId="b03689a23d6da60b" providerId="LiveId" clId="{5D914AD7-9230-47CE-8F52-5A96260F97A5}" dt="2022-12-03T09:45:20.877" v="891" actId="478"/>
          <ac:spMkLst>
            <pc:docMk/>
            <pc:sldMk cId="4265482267" sldId="348"/>
            <ac:spMk id="10" creationId="{1CABAF0A-198C-4992-B7B0-4B084BD61064}"/>
          </ac:spMkLst>
        </pc:spChg>
        <pc:spChg chg="del">
          <ac:chgData name="yoon xihyeon" userId="b03689a23d6da60b" providerId="LiveId" clId="{5D914AD7-9230-47CE-8F52-5A96260F97A5}" dt="2022-12-03T09:45:24.238" v="894" actId="478"/>
          <ac:spMkLst>
            <pc:docMk/>
            <pc:sldMk cId="4265482267" sldId="348"/>
            <ac:spMk id="11" creationId="{AAD8210A-010D-4E5D-881B-5A056565008D}"/>
          </ac:spMkLst>
        </pc:spChg>
        <pc:spChg chg="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16" creationId="{32439DA9-BCC3-453A-AB7F-A6E155193FDE}"/>
          </ac:spMkLst>
        </pc:spChg>
        <pc:spChg chg="del">
          <ac:chgData name="yoon xihyeon" userId="b03689a23d6da60b" providerId="LiveId" clId="{5D914AD7-9230-47CE-8F52-5A96260F97A5}" dt="2022-12-03T09:50:26.517" v="967" actId="478"/>
          <ac:spMkLst>
            <pc:docMk/>
            <pc:sldMk cId="4265482267" sldId="348"/>
            <ac:spMk id="17" creationId="{64E53625-964C-42B0-AF58-A38DB3763505}"/>
          </ac:spMkLst>
        </pc:spChg>
        <pc:spChg chg="del">
          <ac:chgData name="yoon xihyeon" userId="b03689a23d6da60b" providerId="LiveId" clId="{5D914AD7-9230-47CE-8F52-5A96260F97A5}" dt="2022-12-03T09:45:28.760" v="897" actId="478"/>
          <ac:spMkLst>
            <pc:docMk/>
            <pc:sldMk cId="4265482267" sldId="348"/>
            <ac:spMk id="18" creationId="{5608BD6C-F679-4787-8289-56FA48C6B839}"/>
          </ac:spMkLst>
        </pc:spChg>
        <pc:spChg chg="del">
          <ac:chgData name="yoon xihyeon" userId="b03689a23d6da60b" providerId="LiveId" clId="{5D914AD7-9230-47CE-8F52-5A96260F97A5}" dt="2022-12-03T09:45:21.830" v="892" actId="478"/>
          <ac:spMkLst>
            <pc:docMk/>
            <pc:sldMk cId="4265482267" sldId="348"/>
            <ac:spMk id="19" creationId="{929C85DA-9B2A-4460-9FE5-B33D497E9AD3}"/>
          </ac:spMkLst>
        </pc:spChg>
        <pc:spChg chg="del">
          <ac:chgData name="yoon xihyeon" userId="b03689a23d6da60b" providerId="LiveId" clId="{5D914AD7-9230-47CE-8F52-5A96260F97A5}" dt="2022-12-03T09:45:27.852" v="896" actId="478"/>
          <ac:spMkLst>
            <pc:docMk/>
            <pc:sldMk cId="4265482267" sldId="348"/>
            <ac:spMk id="20" creationId="{9D493FD2-01BA-456A-9341-0D82E18607F7}"/>
          </ac:spMkLst>
        </pc:spChg>
        <pc:spChg chg="del">
          <ac:chgData name="yoon xihyeon" userId="b03689a23d6da60b" providerId="LiveId" clId="{5D914AD7-9230-47CE-8F52-5A96260F97A5}" dt="2022-12-03T09:45:23.035" v="893" actId="478"/>
          <ac:spMkLst>
            <pc:docMk/>
            <pc:sldMk cId="4265482267" sldId="348"/>
            <ac:spMk id="21" creationId="{1BE971A6-8C1F-45B2-84FF-4DF373B39634}"/>
          </ac:spMkLst>
        </pc:spChg>
        <pc:spChg chg="del">
          <ac:chgData name="yoon xihyeon" userId="b03689a23d6da60b" providerId="LiveId" clId="{5D914AD7-9230-47CE-8F52-5A96260F97A5}" dt="2022-12-03T09:50:24.414" v="966" actId="478"/>
          <ac:spMkLst>
            <pc:docMk/>
            <pc:sldMk cId="4265482267" sldId="348"/>
            <ac:spMk id="22" creationId="{E20863F0-70BD-43FE-BE41-5F700401B916}"/>
          </ac:spMkLst>
        </pc:spChg>
        <pc:spChg chg="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23" creationId="{BD3B10E6-E104-471D-8D2E-2FA0DD279594}"/>
          </ac:spMkLst>
        </pc:spChg>
        <pc:spChg chg="del">
          <ac:chgData name="yoon xihyeon" userId="b03689a23d6da60b" providerId="LiveId" clId="{5D914AD7-9230-47CE-8F52-5A96260F97A5}" dt="2022-12-03T09:45:26.100" v="895" actId="478"/>
          <ac:spMkLst>
            <pc:docMk/>
            <pc:sldMk cId="4265482267" sldId="348"/>
            <ac:spMk id="24" creationId="{D8CB2336-2DC1-41D1-AC03-3C274E99293A}"/>
          </ac:spMkLst>
        </pc:spChg>
        <pc:spChg chg="del">
          <ac:chgData name="yoon xihyeon" userId="b03689a23d6da60b" providerId="LiveId" clId="{5D914AD7-9230-47CE-8F52-5A96260F97A5}" dt="2022-12-03T09:46:02.684" v="905" actId="478"/>
          <ac:spMkLst>
            <pc:docMk/>
            <pc:sldMk cId="4265482267" sldId="348"/>
            <ac:spMk id="25" creationId="{D1CC9224-6BFE-4B92-BA7E-42C9CD1E5C67}"/>
          </ac:spMkLst>
        </pc:spChg>
        <pc:grpChg chg="add mod">
          <ac:chgData name="yoon xihyeon" userId="b03689a23d6da60b" providerId="LiveId" clId="{5D914AD7-9230-47CE-8F52-5A96260F97A5}" dt="2022-12-03T12:26:58.943" v="2160" actId="34135"/>
          <ac:grpSpMkLst>
            <pc:docMk/>
            <pc:sldMk cId="4265482267" sldId="348"/>
            <ac:grpSpMk id="8" creationId="{B7146D0B-6384-A88A-BD5B-E8C6D82D9F2A}"/>
          </ac:grpSpMkLst>
        </pc:grpChg>
        <pc:cxnChg chg="mod">
          <ac:chgData name="yoon xihyeon" userId="b03689a23d6da60b" providerId="LiveId" clId="{5D914AD7-9230-47CE-8F52-5A96260F97A5}" dt="2022-12-03T12:26:58.943" v="2160" actId="34135"/>
          <ac:cxnSpMkLst>
            <pc:docMk/>
            <pc:sldMk cId="4265482267" sldId="348"/>
            <ac:cxnSpMk id="4" creationId="{9A8E474A-6ECB-442D-8A42-7881F4DFBB2A}"/>
          </ac:cxnSpMkLst>
        </pc:cxnChg>
      </pc:sldChg>
      <pc:sldChg chg="addSp delSp modSp add del mod">
        <pc:chgData name="yoon xihyeon" userId="b03689a23d6da60b" providerId="LiveId" clId="{5D914AD7-9230-47CE-8F52-5A96260F97A5}" dt="2022-12-03T09:55:08.174" v="1047" actId="47"/>
        <pc:sldMkLst>
          <pc:docMk/>
          <pc:sldMk cId="2000032108" sldId="349"/>
        </pc:sldMkLst>
        <pc:spChg chg="add mod">
          <ac:chgData name="yoon xihyeon" userId="b03689a23d6da60b" providerId="LiveId" clId="{5D914AD7-9230-47CE-8F52-5A96260F97A5}" dt="2022-12-03T09:53:41.474" v="1025" actId="1076"/>
          <ac:spMkLst>
            <pc:docMk/>
            <pc:sldMk cId="2000032108" sldId="349"/>
            <ac:spMk id="7" creationId="{1E18A045-F8DB-5136-DA8E-EFA73CE186B4}"/>
          </ac:spMkLst>
        </pc:spChg>
        <pc:spChg chg="del">
          <ac:chgData name="yoon xihyeon" userId="b03689a23d6da60b" providerId="LiveId" clId="{5D914AD7-9230-47CE-8F52-5A96260F97A5}" dt="2022-12-03T09:43:32.106" v="864" actId="478"/>
          <ac:spMkLst>
            <pc:docMk/>
            <pc:sldMk cId="2000032108" sldId="349"/>
            <ac:spMk id="10" creationId="{1CABAF0A-198C-4992-B7B0-4B084BD61064}"/>
          </ac:spMkLst>
        </pc:spChg>
        <pc:spChg chg="add del mod">
          <ac:chgData name="yoon xihyeon" userId="b03689a23d6da60b" providerId="LiveId" clId="{5D914AD7-9230-47CE-8F52-5A96260F97A5}" dt="2022-12-03T09:54:03.181" v="1031" actId="478"/>
          <ac:spMkLst>
            <pc:docMk/>
            <pc:sldMk cId="2000032108" sldId="349"/>
            <ac:spMk id="11" creationId="{AAD8210A-010D-4E5D-881B-5A056565008D}"/>
          </ac:spMkLst>
        </pc:spChg>
        <pc:spChg chg="del">
          <ac:chgData name="yoon xihyeon" userId="b03689a23d6da60b" providerId="LiveId" clId="{5D914AD7-9230-47CE-8F52-5A96260F97A5}" dt="2022-12-03T09:43:32.779" v="865" actId="478"/>
          <ac:spMkLst>
            <pc:docMk/>
            <pc:sldMk cId="2000032108" sldId="349"/>
            <ac:spMk id="16" creationId="{32439DA9-BCC3-453A-AB7F-A6E155193FDE}"/>
          </ac:spMkLst>
        </pc:spChg>
        <pc:spChg chg="del">
          <ac:chgData name="yoon xihyeon" userId="b03689a23d6da60b" providerId="LiveId" clId="{5D914AD7-9230-47CE-8F52-5A96260F97A5}" dt="2022-12-03T09:54:04.712" v="1032" actId="478"/>
          <ac:spMkLst>
            <pc:docMk/>
            <pc:sldMk cId="2000032108" sldId="349"/>
            <ac:spMk id="17" creationId="{64E53625-964C-42B0-AF58-A38DB3763505}"/>
          </ac:spMkLst>
        </pc:spChg>
        <pc:spChg chg="del">
          <ac:chgData name="yoon xihyeon" userId="b03689a23d6da60b" providerId="LiveId" clId="{5D914AD7-9230-47CE-8F52-5A96260F97A5}" dt="2022-12-03T09:43:33.685" v="866" actId="478"/>
          <ac:spMkLst>
            <pc:docMk/>
            <pc:sldMk cId="2000032108" sldId="349"/>
            <ac:spMk id="18" creationId="{5608BD6C-F679-4787-8289-56FA48C6B839}"/>
          </ac:spMkLst>
        </pc:spChg>
        <pc:spChg chg="del">
          <ac:chgData name="yoon xihyeon" userId="b03689a23d6da60b" providerId="LiveId" clId="{5D914AD7-9230-47CE-8F52-5A96260F97A5}" dt="2022-12-03T09:43:29.742" v="862" actId="478"/>
          <ac:spMkLst>
            <pc:docMk/>
            <pc:sldMk cId="2000032108" sldId="349"/>
            <ac:spMk id="19" creationId="{929C85DA-9B2A-4460-9FE5-B33D497E9AD3}"/>
          </ac:spMkLst>
        </pc:spChg>
        <pc:spChg chg="del">
          <ac:chgData name="yoon xihyeon" userId="b03689a23d6da60b" providerId="LiveId" clId="{5D914AD7-9230-47CE-8F52-5A96260F97A5}" dt="2022-12-03T09:43:34.906" v="867" actId="478"/>
          <ac:spMkLst>
            <pc:docMk/>
            <pc:sldMk cId="2000032108" sldId="349"/>
            <ac:spMk id="20" creationId="{9D493FD2-01BA-456A-9341-0D82E18607F7}"/>
          </ac:spMkLst>
        </pc:spChg>
        <pc:spChg chg="del">
          <ac:chgData name="yoon xihyeon" userId="b03689a23d6da60b" providerId="LiveId" clId="{5D914AD7-9230-47CE-8F52-5A96260F97A5}" dt="2022-12-03T09:43:31.213" v="863" actId="478"/>
          <ac:spMkLst>
            <pc:docMk/>
            <pc:sldMk cId="2000032108" sldId="349"/>
            <ac:spMk id="21" creationId="{1BE971A6-8C1F-45B2-84FF-4DF373B39634}"/>
          </ac:spMkLst>
        </pc:spChg>
        <pc:spChg chg="del">
          <ac:chgData name="yoon xihyeon" userId="b03689a23d6da60b" providerId="LiveId" clId="{5D914AD7-9230-47CE-8F52-5A96260F97A5}" dt="2022-12-03T09:54:01.346" v="1029" actId="478"/>
          <ac:spMkLst>
            <pc:docMk/>
            <pc:sldMk cId="2000032108" sldId="349"/>
            <ac:spMk id="22" creationId="{E20863F0-70BD-43FE-BE41-5F700401B916}"/>
          </ac:spMkLst>
        </pc:spChg>
        <pc:spChg chg="mod">
          <ac:chgData name="yoon xihyeon" userId="b03689a23d6da60b" providerId="LiveId" clId="{5D914AD7-9230-47CE-8F52-5A96260F97A5}" dt="2022-12-03T09:54:52.849" v="1045" actId="1076"/>
          <ac:spMkLst>
            <pc:docMk/>
            <pc:sldMk cId="2000032108" sldId="349"/>
            <ac:spMk id="23" creationId="{BD3B10E6-E104-471D-8D2E-2FA0DD279594}"/>
          </ac:spMkLst>
        </pc:spChg>
        <pc:spChg chg="del">
          <ac:chgData name="yoon xihyeon" userId="b03689a23d6da60b" providerId="LiveId" clId="{5D914AD7-9230-47CE-8F52-5A96260F97A5}" dt="2022-12-03T09:43:37.657" v="868" actId="478"/>
          <ac:spMkLst>
            <pc:docMk/>
            <pc:sldMk cId="2000032108" sldId="349"/>
            <ac:spMk id="24" creationId="{D8CB2336-2DC1-41D1-AC03-3C274E99293A}"/>
          </ac:spMkLst>
        </pc:spChg>
        <pc:spChg chg="del">
          <ac:chgData name="yoon xihyeon" userId="b03689a23d6da60b" providerId="LiveId" clId="{5D914AD7-9230-47CE-8F52-5A96260F97A5}" dt="2022-12-03T09:43:28.803" v="861" actId="478"/>
          <ac:spMkLst>
            <pc:docMk/>
            <pc:sldMk cId="2000032108" sldId="349"/>
            <ac:spMk id="25" creationId="{D1CC9224-6BFE-4B92-BA7E-42C9CD1E5C67}"/>
          </ac:spMkLst>
        </pc:spChg>
      </pc:sldChg>
      <pc:sldChg chg="addSp delSp modSp add del mod">
        <pc:chgData name="yoon xihyeon" userId="b03689a23d6da60b" providerId="LiveId" clId="{5D914AD7-9230-47CE-8F52-5A96260F97A5}" dt="2022-12-03T09:55:09.904" v="1048" actId="47"/>
        <pc:sldMkLst>
          <pc:docMk/>
          <pc:sldMk cId="2806025756" sldId="350"/>
        </pc:sldMkLst>
        <pc:spChg chg="add mod">
          <ac:chgData name="yoon xihyeon" userId="b03689a23d6da60b" providerId="LiveId" clId="{5D914AD7-9230-47CE-8F52-5A96260F97A5}" dt="2022-12-03T09:49:25.293" v="950"/>
          <ac:spMkLst>
            <pc:docMk/>
            <pc:sldMk cId="2806025756" sldId="350"/>
            <ac:spMk id="7" creationId="{887AA479-3CDC-D989-2EE4-A75D56747DAA}"/>
          </ac:spMkLst>
        </pc:spChg>
        <pc:spChg chg="mod">
          <ac:chgData name="yoon xihyeon" userId="b03689a23d6da60b" providerId="LiveId" clId="{5D914AD7-9230-47CE-8F52-5A96260F97A5}" dt="2022-12-03T09:47:03.633" v="922" actId="14100"/>
          <ac:spMkLst>
            <pc:docMk/>
            <pc:sldMk cId="2806025756" sldId="350"/>
            <ac:spMk id="10" creationId="{1CABAF0A-198C-4992-B7B0-4B084BD61064}"/>
          </ac:spMkLst>
        </pc:spChg>
        <pc:spChg chg="del">
          <ac:chgData name="yoon xihyeon" userId="b03689a23d6da60b" providerId="LiveId" clId="{5D914AD7-9230-47CE-8F52-5A96260F97A5}" dt="2022-12-03T09:42:23.306" v="852" actId="478"/>
          <ac:spMkLst>
            <pc:docMk/>
            <pc:sldMk cId="2806025756" sldId="350"/>
            <ac:spMk id="11" creationId="{AAD8210A-010D-4E5D-881B-5A056565008D}"/>
          </ac:spMkLst>
        </pc:spChg>
        <pc:spChg chg="del">
          <ac:chgData name="yoon xihyeon" userId="b03689a23d6da60b" providerId="LiveId" clId="{5D914AD7-9230-47CE-8F52-5A96260F97A5}" dt="2022-12-03T09:42:09.674" v="844" actId="478"/>
          <ac:spMkLst>
            <pc:docMk/>
            <pc:sldMk cId="2806025756" sldId="350"/>
            <ac:spMk id="16" creationId="{32439DA9-BCC3-453A-AB7F-A6E155193FDE}"/>
          </ac:spMkLst>
        </pc:spChg>
        <pc:spChg chg="del">
          <ac:chgData name="yoon xihyeon" userId="b03689a23d6da60b" providerId="LiveId" clId="{5D914AD7-9230-47CE-8F52-5A96260F97A5}" dt="2022-12-03T09:42:13.093" v="846" actId="478"/>
          <ac:spMkLst>
            <pc:docMk/>
            <pc:sldMk cId="2806025756" sldId="350"/>
            <ac:spMk id="18" creationId="{5608BD6C-F679-4787-8289-56FA48C6B839}"/>
          </ac:spMkLst>
        </pc:spChg>
        <pc:spChg chg="del">
          <ac:chgData name="yoon xihyeon" userId="b03689a23d6da60b" providerId="LiveId" clId="{5D914AD7-9230-47CE-8F52-5A96260F97A5}" dt="2022-12-03T09:42:20.542" v="849" actId="478"/>
          <ac:spMkLst>
            <pc:docMk/>
            <pc:sldMk cId="2806025756" sldId="350"/>
            <ac:spMk id="19" creationId="{929C85DA-9B2A-4460-9FE5-B33D497E9AD3}"/>
          </ac:spMkLst>
        </pc:spChg>
        <pc:spChg chg="del">
          <ac:chgData name="yoon xihyeon" userId="b03689a23d6da60b" providerId="LiveId" clId="{5D914AD7-9230-47CE-8F52-5A96260F97A5}" dt="2022-12-03T09:42:12.031" v="845" actId="478"/>
          <ac:spMkLst>
            <pc:docMk/>
            <pc:sldMk cId="2806025756" sldId="350"/>
            <ac:spMk id="20" creationId="{9D493FD2-01BA-456A-9341-0D82E18607F7}"/>
          </ac:spMkLst>
        </pc:spChg>
        <pc:spChg chg="del">
          <ac:chgData name="yoon xihyeon" userId="b03689a23d6da60b" providerId="LiveId" clId="{5D914AD7-9230-47CE-8F52-5A96260F97A5}" dt="2022-12-03T09:42:19.493" v="848" actId="478"/>
          <ac:spMkLst>
            <pc:docMk/>
            <pc:sldMk cId="2806025756" sldId="350"/>
            <ac:spMk id="21" creationId="{1BE971A6-8C1F-45B2-84FF-4DF373B39634}"/>
          </ac:spMkLst>
        </pc:spChg>
        <pc:spChg chg="add del mod ord">
          <ac:chgData name="yoon xihyeon" userId="b03689a23d6da60b" providerId="LiveId" clId="{5D914AD7-9230-47CE-8F52-5A96260F97A5}" dt="2022-12-03T09:43:10.416" v="860" actId="14100"/>
          <ac:spMkLst>
            <pc:docMk/>
            <pc:sldMk cId="2806025756" sldId="350"/>
            <ac:spMk id="23" creationId="{BD3B10E6-E104-471D-8D2E-2FA0DD279594}"/>
          </ac:spMkLst>
        </pc:spChg>
        <pc:spChg chg="del mod">
          <ac:chgData name="yoon xihyeon" userId="b03689a23d6da60b" providerId="LiveId" clId="{5D914AD7-9230-47CE-8F52-5A96260F97A5}" dt="2022-12-03T09:42:22.869" v="851" actId="478"/>
          <ac:spMkLst>
            <pc:docMk/>
            <pc:sldMk cId="2806025756" sldId="350"/>
            <ac:spMk id="24" creationId="{D8CB2336-2DC1-41D1-AC03-3C274E99293A}"/>
          </ac:spMkLst>
        </pc:spChg>
        <pc:spChg chg="del">
          <ac:chgData name="yoon xihyeon" userId="b03689a23d6da60b" providerId="LiveId" clId="{5D914AD7-9230-47CE-8F52-5A96260F97A5}" dt="2022-12-03T09:42:33.638" v="854" actId="478"/>
          <ac:spMkLst>
            <pc:docMk/>
            <pc:sldMk cId="2806025756" sldId="350"/>
            <ac:spMk id="25" creationId="{D1CC9224-6BFE-4B92-BA7E-42C9CD1E5C67}"/>
          </ac:spMkLst>
        </pc:spChg>
      </pc:sldChg>
      <pc:sldChg chg="modSp add mod">
        <pc:chgData name="yoon xihyeon" userId="b03689a23d6da60b" providerId="LiveId" clId="{5D914AD7-9230-47CE-8F52-5A96260F97A5}" dt="2022-12-03T12:27:01.535" v="2161" actId="34135"/>
        <pc:sldMkLst>
          <pc:docMk/>
          <pc:sldMk cId="2881644187" sldId="351"/>
        </pc:sldMkLst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2" creationId="{487A9645-787B-0FBF-7E31-70F7639FFDF9}"/>
          </ac:spMkLst>
        </pc:spChg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3" creationId="{92636388-5B89-5E13-9EFC-F5830EF1F6BC}"/>
          </ac:spMkLst>
        </pc:spChg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5" creationId="{76EF8051-9646-4552-BE57-7D95D1538BA2}"/>
          </ac:spMkLst>
        </pc:spChg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6" creationId="{E556F07A-8481-64EF-FF64-DAAE24D04A03}"/>
          </ac:spMkLst>
        </pc:spChg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7" creationId="{E93C424B-79A3-B0BC-53EE-BDDC68FAE2B4}"/>
          </ac:spMkLst>
        </pc:spChg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16" creationId="{32439DA9-BCC3-453A-AB7F-A6E155193FDE}"/>
          </ac:spMkLst>
        </pc:spChg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23" creationId="{BD3B10E6-E104-471D-8D2E-2FA0DD279594}"/>
          </ac:spMkLst>
        </pc:spChg>
        <pc:grpChg chg="mod">
          <ac:chgData name="yoon xihyeon" userId="b03689a23d6da60b" providerId="LiveId" clId="{5D914AD7-9230-47CE-8F52-5A96260F97A5}" dt="2022-12-03T12:27:01.535" v="2161" actId="34135"/>
          <ac:grpSpMkLst>
            <pc:docMk/>
            <pc:sldMk cId="2881644187" sldId="351"/>
            <ac:grpSpMk id="8" creationId="{B7146D0B-6384-A88A-BD5B-E8C6D82D9F2A}"/>
          </ac:grpSpMkLst>
        </pc:grpChg>
        <pc:cxnChg chg="mod">
          <ac:chgData name="yoon xihyeon" userId="b03689a23d6da60b" providerId="LiveId" clId="{5D914AD7-9230-47CE-8F52-5A96260F97A5}" dt="2022-12-03T12:27:01.535" v="2161" actId="34135"/>
          <ac:cxnSpMkLst>
            <pc:docMk/>
            <pc:sldMk cId="2881644187" sldId="351"/>
            <ac:cxnSpMk id="4" creationId="{9A8E474A-6ECB-442D-8A42-7881F4DFBB2A}"/>
          </ac:cxnSpMkLst>
        </pc:cxnChg>
      </pc:sldChg>
      <pc:sldChg chg="modSp add mod">
        <pc:chgData name="yoon xihyeon" userId="b03689a23d6da60b" providerId="LiveId" clId="{5D914AD7-9230-47CE-8F52-5A96260F97A5}" dt="2022-12-03T12:27:05.971" v="2162" actId="34135"/>
        <pc:sldMkLst>
          <pc:docMk/>
          <pc:sldMk cId="1848810976" sldId="352"/>
        </pc:sldMkLst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2" creationId="{487A9645-787B-0FBF-7E31-70F7639FFDF9}"/>
          </ac:spMkLst>
        </pc:spChg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3" creationId="{92636388-5B89-5E13-9EFC-F5830EF1F6BC}"/>
          </ac:spMkLst>
        </pc:spChg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5" creationId="{76EF8051-9646-4552-BE57-7D95D1538BA2}"/>
          </ac:spMkLst>
        </pc:spChg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6" creationId="{E556F07A-8481-64EF-FF64-DAAE24D04A03}"/>
          </ac:spMkLst>
        </pc:spChg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7" creationId="{E93C424B-79A3-B0BC-53EE-BDDC68FAE2B4}"/>
          </ac:spMkLst>
        </pc:spChg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16" creationId="{32439DA9-BCC3-453A-AB7F-A6E155193FDE}"/>
          </ac:spMkLst>
        </pc:spChg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23" creationId="{BD3B10E6-E104-471D-8D2E-2FA0DD279594}"/>
          </ac:spMkLst>
        </pc:spChg>
        <pc:grpChg chg="mod">
          <ac:chgData name="yoon xihyeon" userId="b03689a23d6da60b" providerId="LiveId" clId="{5D914AD7-9230-47CE-8F52-5A96260F97A5}" dt="2022-12-03T12:27:05.971" v="2162" actId="34135"/>
          <ac:grpSpMkLst>
            <pc:docMk/>
            <pc:sldMk cId="1848810976" sldId="352"/>
            <ac:grpSpMk id="8" creationId="{B7146D0B-6384-A88A-BD5B-E8C6D82D9F2A}"/>
          </ac:grpSpMkLst>
        </pc:grpChg>
        <pc:cxnChg chg="mod">
          <ac:chgData name="yoon xihyeon" userId="b03689a23d6da60b" providerId="LiveId" clId="{5D914AD7-9230-47CE-8F52-5A96260F97A5}" dt="2022-12-03T12:27:05.971" v="2162" actId="34135"/>
          <ac:cxnSpMkLst>
            <pc:docMk/>
            <pc:sldMk cId="1848810976" sldId="352"/>
            <ac:cxnSpMk id="4" creationId="{9A8E474A-6ECB-442D-8A42-7881F4DFBB2A}"/>
          </ac:cxnSpMkLst>
        </pc:cxnChg>
      </pc:sldChg>
      <pc:sldChg chg="addSp delSp modSp add mod">
        <pc:chgData name="yoon xihyeon" userId="b03689a23d6da60b" providerId="LiveId" clId="{5D914AD7-9230-47CE-8F52-5A96260F97A5}" dt="2022-12-03T10:37:19.952" v="2149"/>
        <pc:sldMkLst>
          <pc:docMk/>
          <pc:sldMk cId="3076298570" sldId="353"/>
        </pc:sldMkLst>
        <pc:spChg chg="add mod ord">
          <ac:chgData name="yoon xihyeon" userId="b03689a23d6da60b" providerId="LiveId" clId="{5D914AD7-9230-47CE-8F52-5A96260F97A5}" dt="2022-12-03T10:29:23.901" v="1992" actId="1035"/>
          <ac:spMkLst>
            <pc:docMk/>
            <pc:sldMk cId="3076298570" sldId="353"/>
            <ac:spMk id="2" creationId="{B994963E-0FB4-0630-99CD-87C9BDEBBFD0}"/>
          </ac:spMkLst>
        </pc:spChg>
        <pc:spChg chg="add mod">
          <ac:chgData name="yoon xihyeon" userId="b03689a23d6da60b" providerId="LiveId" clId="{5D914AD7-9230-47CE-8F52-5A96260F97A5}" dt="2022-12-03T10:37:19.952" v="2149"/>
          <ac:spMkLst>
            <pc:docMk/>
            <pc:sldMk cId="3076298570" sldId="353"/>
            <ac:spMk id="3" creationId="{5B0642E0-F60C-7A50-397B-192F5AEA715C}"/>
          </ac:spMkLst>
        </pc:spChg>
        <pc:spChg chg="mod">
          <ac:chgData name="yoon xihyeon" userId="b03689a23d6da60b" providerId="LiveId" clId="{5D914AD7-9230-47CE-8F52-5A96260F97A5}" dt="2022-12-03T10:29:26.654" v="1994" actId="207"/>
          <ac:spMkLst>
            <pc:docMk/>
            <pc:sldMk cId="3076298570" sldId="353"/>
            <ac:spMk id="5" creationId="{FDB9A5FD-AF14-DC8B-0806-93E26BE29C46}"/>
          </ac:spMkLst>
        </pc:spChg>
        <pc:spChg chg="del">
          <ac:chgData name="yoon xihyeon" userId="b03689a23d6da60b" providerId="LiveId" clId="{5D914AD7-9230-47CE-8F52-5A96260F97A5}" dt="2022-12-03T10:16:34.497" v="1703" actId="478"/>
          <ac:spMkLst>
            <pc:docMk/>
            <pc:sldMk cId="3076298570" sldId="353"/>
            <ac:spMk id="7" creationId="{7862B3F7-5E25-A7FD-40E4-E5950191F795}"/>
          </ac:spMkLst>
        </pc:spChg>
        <pc:spChg chg="del mod">
          <ac:chgData name="yoon xihyeon" userId="b03689a23d6da60b" providerId="LiveId" clId="{5D914AD7-9230-47CE-8F52-5A96260F97A5}" dt="2022-12-03T10:37:10.153" v="2147" actId="21"/>
          <ac:spMkLst>
            <pc:docMk/>
            <pc:sldMk cId="3076298570" sldId="353"/>
            <ac:spMk id="12" creationId="{CB63722A-45C0-DA96-8D10-A88D88E14E0E}"/>
          </ac:spMkLst>
        </pc:spChg>
      </pc:sldChg>
      <pc:sldChg chg="addSp delSp modSp add del mod">
        <pc:chgData name="yoon xihyeon" userId="b03689a23d6da60b" providerId="LiveId" clId="{5D914AD7-9230-47CE-8F52-5A96260F97A5}" dt="2022-12-03T12:28:09.415" v="2167" actId="47"/>
        <pc:sldMkLst>
          <pc:docMk/>
          <pc:sldMk cId="363000580" sldId="354"/>
        </pc:sldMkLst>
        <pc:spChg chg="del">
          <ac:chgData name="yoon xihyeon" userId="b03689a23d6da60b" providerId="LiveId" clId="{5D914AD7-9230-47CE-8F52-5A96260F97A5}" dt="2022-12-03T10:16:56.149" v="1709" actId="478"/>
          <ac:spMkLst>
            <pc:docMk/>
            <pc:sldMk cId="363000580" sldId="354"/>
            <ac:spMk id="2" creationId="{B994963E-0FB4-0630-99CD-87C9BDEBBFD0}"/>
          </ac:spMkLst>
        </pc:spChg>
        <pc:spChg chg="add mod ord">
          <ac:chgData name="yoon xihyeon" userId="b03689a23d6da60b" providerId="LiveId" clId="{5D914AD7-9230-47CE-8F52-5A96260F97A5}" dt="2022-12-03T10:30:53.195" v="2006" actId="1036"/>
          <ac:spMkLst>
            <pc:docMk/>
            <pc:sldMk cId="363000580" sldId="354"/>
            <ac:spMk id="3" creationId="{032C8B93-6BC0-5FDF-4A37-83955F95F29A}"/>
          </ac:spMkLst>
        </pc:spChg>
        <pc:spChg chg="mod">
          <ac:chgData name="yoon xihyeon" userId="b03689a23d6da60b" providerId="LiveId" clId="{5D914AD7-9230-47CE-8F52-5A96260F97A5}" dt="2022-12-03T10:30:56.137" v="2008" actId="207"/>
          <ac:spMkLst>
            <pc:docMk/>
            <pc:sldMk cId="363000580" sldId="354"/>
            <ac:spMk id="5" creationId="{FDB9A5FD-AF14-DC8B-0806-93E26BE29C46}"/>
          </ac:spMkLst>
        </pc:spChg>
        <pc:spChg chg="mod">
          <ac:chgData name="yoon xihyeon" userId="b03689a23d6da60b" providerId="LiveId" clId="{5D914AD7-9230-47CE-8F52-5A96260F97A5}" dt="2022-12-03T10:34:04.847" v="2103" actId="20577"/>
          <ac:spMkLst>
            <pc:docMk/>
            <pc:sldMk cId="363000580" sldId="354"/>
            <ac:spMk id="12" creationId="{CB63722A-45C0-DA96-8D10-A88D88E14E0E}"/>
          </ac:spMkLst>
        </pc:spChg>
      </pc:sldChg>
      <pc:sldChg chg="addSp delSp modSp add mod">
        <pc:chgData name="yoon xihyeon" userId="b03689a23d6da60b" providerId="LiveId" clId="{5D914AD7-9230-47CE-8F52-5A96260F97A5}" dt="2022-12-03T10:34:07.016" v="2104" actId="20577"/>
        <pc:sldMkLst>
          <pc:docMk/>
          <pc:sldMk cId="719028497" sldId="355"/>
        </pc:sldMkLst>
        <pc:spChg chg="add mod ord">
          <ac:chgData name="yoon xihyeon" userId="b03689a23d6da60b" providerId="LiveId" clId="{5D914AD7-9230-47CE-8F52-5A96260F97A5}" dt="2022-12-03T10:17:18.411" v="1714" actId="167"/>
          <ac:spMkLst>
            <pc:docMk/>
            <pc:sldMk cId="719028497" sldId="355"/>
            <ac:spMk id="2" creationId="{4213C91C-166F-499B-1543-6482AA6C2A27}"/>
          </ac:spMkLst>
        </pc:spChg>
        <pc:spChg chg="del">
          <ac:chgData name="yoon xihyeon" userId="b03689a23d6da60b" providerId="LiveId" clId="{5D914AD7-9230-47CE-8F52-5A96260F97A5}" dt="2022-12-03T10:17:19.536" v="1715" actId="478"/>
          <ac:spMkLst>
            <pc:docMk/>
            <pc:sldMk cId="719028497" sldId="355"/>
            <ac:spMk id="3" creationId="{032C8B93-6BC0-5FDF-4A37-83955F95F29A}"/>
          </ac:spMkLst>
        </pc:spChg>
        <pc:spChg chg="mod">
          <ac:chgData name="yoon xihyeon" userId="b03689a23d6da60b" providerId="LiveId" clId="{5D914AD7-9230-47CE-8F52-5A96260F97A5}" dt="2022-12-03T10:31:00.424" v="2009" actId="207"/>
          <ac:spMkLst>
            <pc:docMk/>
            <pc:sldMk cId="719028497" sldId="355"/>
            <ac:spMk id="5" creationId="{FDB9A5FD-AF14-DC8B-0806-93E26BE29C46}"/>
          </ac:spMkLst>
        </pc:spChg>
        <pc:spChg chg="mod">
          <ac:chgData name="yoon xihyeon" userId="b03689a23d6da60b" providerId="LiveId" clId="{5D914AD7-9230-47CE-8F52-5A96260F97A5}" dt="2022-12-03T10:34:07.016" v="2104" actId="20577"/>
          <ac:spMkLst>
            <pc:docMk/>
            <pc:sldMk cId="719028497" sldId="355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7:05.604" v="2146"/>
        <pc:sldMkLst>
          <pc:docMk/>
          <pc:sldMk cId="3399616171" sldId="356"/>
        </pc:sldMkLst>
        <pc:spChg chg="add del mod">
          <ac:chgData name="yoon xihyeon" userId="b03689a23d6da60b" providerId="LiveId" clId="{5D914AD7-9230-47CE-8F52-5A96260F97A5}" dt="2022-12-03T10:37:04.870" v="2145" actId="478"/>
          <ac:spMkLst>
            <pc:docMk/>
            <pc:sldMk cId="3399616171" sldId="356"/>
            <ac:spMk id="2" creationId="{31A5949A-B189-68B9-7839-152E3CE24638}"/>
          </ac:spMkLst>
        </pc:spChg>
        <pc:spChg chg="add mod ord">
          <ac:chgData name="yoon xihyeon" userId="b03689a23d6da60b" providerId="LiveId" clId="{5D914AD7-9230-47CE-8F52-5A96260F97A5}" dt="2022-12-03T10:36:28.948" v="2137" actId="167"/>
          <ac:spMkLst>
            <pc:docMk/>
            <pc:sldMk cId="3399616171" sldId="356"/>
            <ac:spMk id="3" creationId="{27FC7C8F-065E-310A-2A2E-97113646C290}"/>
          </ac:spMkLst>
        </pc:spChg>
        <pc:spChg chg="add mod">
          <ac:chgData name="yoon xihyeon" userId="b03689a23d6da60b" providerId="LiveId" clId="{5D914AD7-9230-47CE-8F52-5A96260F97A5}" dt="2022-12-03T10:37:05.604" v="2146"/>
          <ac:spMkLst>
            <pc:docMk/>
            <pc:sldMk cId="3399616171" sldId="356"/>
            <ac:spMk id="4" creationId="{003175B6-0AC0-9EA7-2ED3-674ED30C0CAE}"/>
          </ac:spMkLst>
        </pc:spChg>
        <pc:spChg chg="del">
          <ac:chgData name="yoon xihyeon" userId="b03689a23d6da60b" providerId="LiveId" clId="{5D914AD7-9230-47CE-8F52-5A96260F97A5}" dt="2022-12-03T10:36:30.386" v="2138" actId="478"/>
          <ac:spMkLst>
            <pc:docMk/>
            <pc:sldMk cId="3399616171" sldId="356"/>
            <ac:spMk id="7" creationId="{7862B3F7-5E25-A7FD-40E4-E5950191F795}"/>
          </ac:spMkLst>
        </pc:spChg>
        <pc:spChg chg="del">
          <ac:chgData name="yoon xihyeon" userId="b03689a23d6da60b" providerId="LiveId" clId="{5D914AD7-9230-47CE-8F52-5A96260F97A5}" dt="2022-12-03T10:34:30.237" v="2108" actId="478"/>
          <ac:spMkLst>
            <pc:docMk/>
            <pc:sldMk cId="3399616171" sldId="356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4:42.585" v="2114"/>
        <pc:sldMkLst>
          <pc:docMk/>
          <pc:sldMk cId="2003745268" sldId="357"/>
        </pc:sldMkLst>
        <pc:spChg chg="add mod">
          <ac:chgData name="yoon xihyeon" userId="b03689a23d6da60b" providerId="LiveId" clId="{5D914AD7-9230-47CE-8F52-5A96260F97A5}" dt="2022-12-03T10:34:42.585" v="2114"/>
          <ac:spMkLst>
            <pc:docMk/>
            <pc:sldMk cId="2003745268" sldId="357"/>
            <ac:spMk id="3" creationId="{37574878-3EEB-78B2-98FA-FD715F35483A}"/>
          </ac:spMkLst>
        </pc:spChg>
        <pc:spChg chg="del">
          <ac:chgData name="yoon xihyeon" userId="b03689a23d6da60b" providerId="LiveId" clId="{5D914AD7-9230-47CE-8F52-5A96260F97A5}" dt="2022-12-03T10:34:42.240" v="2113" actId="478"/>
          <ac:spMkLst>
            <pc:docMk/>
            <pc:sldMk cId="2003745268" sldId="357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4:56.600" v="2119"/>
        <pc:sldMkLst>
          <pc:docMk/>
          <pc:sldMk cId="2460096975" sldId="358"/>
        </pc:sldMkLst>
        <pc:spChg chg="add mod">
          <ac:chgData name="yoon xihyeon" userId="b03689a23d6da60b" providerId="LiveId" clId="{5D914AD7-9230-47CE-8F52-5A96260F97A5}" dt="2022-12-03T10:34:56.600" v="2119"/>
          <ac:spMkLst>
            <pc:docMk/>
            <pc:sldMk cId="2460096975" sldId="358"/>
            <ac:spMk id="2" creationId="{5D92EB44-D924-27C7-04BE-FB782AE9B829}"/>
          </ac:spMkLst>
        </pc:spChg>
        <pc:spChg chg="del">
          <ac:chgData name="yoon xihyeon" userId="b03689a23d6da60b" providerId="LiveId" clId="{5D914AD7-9230-47CE-8F52-5A96260F97A5}" dt="2022-12-03T10:34:56.304" v="2118" actId="478"/>
          <ac:spMkLst>
            <pc:docMk/>
            <pc:sldMk cId="2460096975" sldId="358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5:09.309" v="2124"/>
        <pc:sldMkLst>
          <pc:docMk/>
          <pc:sldMk cId="416386707" sldId="359"/>
        </pc:sldMkLst>
        <pc:spChg chg="add mod">
          <ac:chgData name="yoon xihyeon" userId="b03689a23d6da60b" providerId="LiveId" clId="{5D914AD7-9230-47CE-8F52-5A96260F97A5}" dt="2022-12-03T10:35:09.309" v="2124"/>
          <ac:spMkLst>
            <pc:docMk/>
            <pc:sldMk cId="416386707" sldId="359"/>
            <ac:spMk id="3" creationId="{79A4EFA8-8208-E4BD-5AAD-C614C71B132C}"/>
          </ac:spMkLst>
        </pc:spChg>
        <pc:spChg chg="del">
          <ac:chgData name="yoon xihyeon" userId="b03689a23d6da60b" providerId="LiveId" clId="{5D914AD7-9230-47CE-8F52-5A96260F97A5}" dt="2022-12-03T10:35:09.043" v="2123" actId="478"/>
          <ac:spMkLst>
            <pc:docMk/>
            <pc:sldMk cId="416386707" sldId="359"/>
            <ac:spMk id="12" creationId="{CB63722A-45C0-DA96-8D10-A88D88E14E0E}"/>
          </ac:spMkLst>
        </pc:spChg>
      </pc:sldChg>
      <pc:sldChg chg="add del ord">
        <pc:chgData name="yoon xihyeon" userId="b03689a23d6da60b" providerId="LiveId" clId="{5D914AD7-9230-47CE-8F52-5A96260F97A5}" dt="2022-12-03T10:37:41.759" v="2152" actId="47"/>
        <pc:sldMkLst>
          <pc:docMk/>
          <pc:sldMk cId="900837755" sldId="360"/>
        </pc:sldMkLst>
      </pc:sldChg>
      <pc:sldChg chg="add del ord">
        <pc:chgData name="yoon xihyeon" userId="b03689a23d6da60b" providerId="LiveId" clId="{5D914AD7-9230-47CE-8F52-5A96260F97A5}" dt="2022-12-03T10:37:42.911" v="2153" actId="47"/>
        <pc:sldMkLst>
          <pc:docMk/>
          <pc:sldMk cId="876336245" sldId="361"/>
        </pc:sldMkLst>
      </pc:sldChg>
      <pc:sldChg chg="add">
        <pc:chgData name="yoon xihyeon" userId="b03689a23d6da60b" providerId="LiveId" clId="{5D914AD7-9230-47CE-8F52-5A96260F97A5}" dt="2022-12-03T10:36:11.266" v="2131" actId="2890"/>
        <pc:sldMkLst>
          <pc:docMk/>
          <pc:sldMk cId="312894097" sldId="362"/>
        </pc:sldMkLst>
      </pc:sldChg>
      <pc:sldChg chg="add ord">
        <pc:chgData name="yoon xihyeon" userId="b03689a23d6da60b" providerId="LiveId" clId="{5D914AD7-9230-47CE-8F52-5A96260F97A5}" dt="2022-12-03T10:37:29.326" v="2151"/>
        <pc:sldMkLst>
          <pc:docMk/>
          <pc:sldMk cId="2838449012" sldId="363"/>
        </pc:sldMkLst>
      </pc:sldChg>
      <pc:sldChg chg="addSp delSp modSp add del setBg">
        <pc:chgData name="yoon xihyeon" userId="b03689a23d6da60b" providerId="LiveId" clId="{5D914AD7-9230-47CE-8F52-5A96260F97A5}" dt="2022-12-03T12:27:43.194" v="2166" actId="47"/>
        <pc:sldMkLst>
          <pc:docMk/>
          <pc:sldMk cId="1675813537" sldId="365"/>
        </pc:sldMkLst>
        <pc:spChg chg="mod">
          <ac:chgData name="yoon xihyeon" userId="b03689a23d6da60b" providerId="LiveId" clId="{5D914AD7-9230-47CE-8F52-5A96260F97A5}" dt="2022-12-03T12:27:41.603" v="2165"/>
          <ac:spMkLst>
            <pc:docMk/>
            <pc:sldMk cId="1675813537" sldId="365"/>
            <ac:spMk id="5" creationId="{FDB9A5FD-AF14-DC8B-0806-93E26BE29C46}"/>
          </ac:spMkLst>
        </pc:spChg>
        <pc:spChg chg="add del mod">
          <ac:chgData name="yoon xihyeon" userId="b03689a23d6da60b" providerId="LiveId" clId="{5D914AD7-9230-47CE-8F52-5A96260F97A5}" dt="2022-12-03T12:27:41.603" v="2165"/>
          <ac:spMkLst>
            <pc:docMk/>
            <pc:sldMk cId="1675813537" sldId="365"/>
            <ac:spMk id="7" creationId="{8AED48DA-8F9A-B762-00C1-C3AD79E668FC}"/>
          </ac:spMkLst>
        </pc:spChg>
      </pc:sldChg>
      <pc:sldChg chg="modSp mod">
        <pc:chgData name="yoon xihyeon" userId="b03689a23d6da60b" providerId="LiveId" clId="{5D914AD7-9230-47CE-8F52-5A96260F97A5}" dt="2022-12-03T12:29:22.342" v="2168" actId="20577"/>
        <pc:sldMkLst>
          <pc:docMk/>
          <pc:sldMk cId="3431002244" sldId="365"/>
        </pc:sldMkLst>
        <pc:spChg chg="mod">
          <ac:chgData name="yoon xihyeon" userId="b03689a23d6da60b" providerId="LiveId" clId="{5D914AD7-9230-47CE-8F52-5A96260F97A5}" dt="2022-12-03T12:29:22.342" v="2168" actId="20577"/>
          <ac:spMkLst>
            <pc:docMk/>
            <pc:sldMk cId="3431002244" sldId="365"/>
            <ac:spMk id="2" creationId="{9ACC791C-33C7-6FFD-2388-5C8E6A99D104}"/>
          </ac:spMkLst>
        </pc:spChg>
      </pc:sldChg>
      <pc:sldChg chg="modSp add mod">
        <pc:chgData name="yoon xihyeon" userId="b03689a23d6da60b" providerId="LiveId" clId="{5D914AD7-9230-47CE-8F52-5A96260F97A5}" dt="2022-12-04T14:46:58.561" v="3137"/>
        <pc:sldMkLst>
          <pc:docMk/>
          <pc:sldMk cId="3291479207" sldId="372"/>
        </pc:sldMkLst>
        <pc:spChg chg="mod">
          <ac:chgData name="yoon xihyeon" userId="b03689a23d6da60b" providerId="LiveId" clId="{5D914AD7-9230-47CE-8F52-5A96260F97A5}" dt="2022-12-04T14:45:37.748" v="3006" actId="1076"/>
          <ac:spMkLst>
            <pc:docMk/>
            <pc:sldMk cId="3291479207" sldId="372"/>
            <ac:spMk id="7" creationId="{999A12A1-8C0D-1EF4-AFD2-D71BFE6DCC2B}"/>
          </ac:spMkLst>
        </pc:spChg>
        <pc:spChg chg="mod">
          <ac:chgData name="yoon xihyeon" userId="b03689a23d6da60b" providerId="LiveId" clId="{5D914AD7-9230-47CE-8F52-5A96260F97A5}" dt="2022-12-04T14:46:07.561" v="3080"/>
          <ac:spMkLst>
            <pc:docMk/>
            <pc:sldMk cId="3291479207" sldId="372"/>
            <ac:spMk id="8" creationId="{97AD064C-2529-8B79-7621-D31FA7140FB7}"/>
          </ac:spMkLst>
        </pc:spChg>
        <pc:spChg chg="mod">
          <ac:chgData name="yoon xihyeon" userId="b03689a23d6da60b" providerId="LiveId" clId="{5D914AD7-9230-47CE-8F52-5A96260F97A5}" dt="2022-12-04T14:45:34.688" v="3005"/>
          <ac:spMkLst>
            <pc:docMk/>
            <pc:sldMk cId="3291479207" sldId="372"/>
            <ac:spMk id="11" creationId="{084D12E2-A1BE-882B-B9F6-A52C642616ED}"/>
          </ac:spMkLst>
        </pc:spChg>
        <pc:spChg chg="mod">
          <ac:chgData name="yoon xihyeon" userId="b03689a23d6da60b" providerId="LiveId" clId="{5D914AD7-9230-47CE-8F52-5A96260F97A5}" dt="2022-12-04T14:43:16.955" v="2919" actId="1076"/>
          <ac:spMkLst>
            <pc:docMk/>
            <pc:sldMk cId="3291479207" sldId="372"/>
            <ac:spMk id="12" creationId="{47787AB6-23A8-0438-1C50-B29FA53CD797}"/>
          </ac:spMkLst>
        </pc:spChg>
        <pc:spChg chg="mod">
          <ac:chgData name="yoon xihyeon" userId="b03689a23d6da60b" providerId="LiveId" clId="{5D914AD7-9230-47CE-8F52-5A96260F97A5}" dt="2022-12-04T14:46:58.561" v="3137"/>
          <ac:spMkLst>
            <pc:docMk/>
            <pc:sldMk cId="3291479207" sldId="372"/>
            <ac:spMk id="13" creationId="{F43714B8-BDE2-86B7-8C22-7E53268E9C87}"/>
          </ac:spMkLst>
        </pc:spChg>
        <pc:spChg chg="mod">
          <ac:chgData name="yoon xihyeon" userId="b03689a23d6da60b" providerId="LiveId" clId="{5D914AD7-9230-47CE-8F52-5A96260F97A5}" dt="2022-12-04T14:41:43.928" v="2614"/>
          <ac:spMkLst>
            <pc:docMk/>
            <pc:sldMk cId="3291479207" sldId="372"/>
            <ac:spMk id="42" creationId="{D6B87E40-8C6D-411B-ADF3-D51036089F8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8DDE95-49CA-420F-826E-9AE14CFA310E}" type="datetimeFigureOut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C3E195-EE90-4C4D-8E81-4BF471FB9E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2942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792D6-B33D-4705-A763-AF8DC1CFE259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8968D-679B-4465-845C-34246BA9D2F1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C9A21-174C-4AA7-BEE3-F06448EB830C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84009-C2E9-4C4C-83BC-07741BA5E6F8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E985E-BB24-4D98-8722-EA181E02C91E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5559-9130-4948-B032-D35F993A4E47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39055-ABDD-49D9-A63A-3AB3C4D94912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BE73D-CF02-4C9D-8D91-CD9FE45E5B2C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A3A2A-5057-4D94-B8C0-288647304AE2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A51EC-0286-4CB2-ADA8-73D0CA68ADAE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929C4-77F0-4706-A9FD-11962CFEDD16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3FB7A-3DF4-4CDC-8473-36A8DA4A20A6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4F31D-7246-4348-A337-B884356BADF7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5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0A387-68DF-402E-973E-69A0CB01FCB5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6483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A5E3-9835-40E0-808F-5B8B76CB2491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5395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89CC8-549C-4917-85E0-100A15C09A57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242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B4232-1FAD-4A10-8A7B-83CF6F97011D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5275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70888-7016-4C33-A61B-8BB2AB39CE85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893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11ABC-11E1-4ADB-8AEA-AEFB9303FC58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79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236AE-37F9-467D-8F38-E8F2B55ED06E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2170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ACB54-7FD8-437E-BB3B-82AB144D0E36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0919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04EFF-87A2-4373-BABB-01E4B0779CF8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498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CA5BC-84EE-41D9-B2AE-CADCA34B76DF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13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5FC83-6719-4451-9CED-6E8B430F527A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991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6005AA-5EFF-441E-B457-29494E2E92A3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73D844-0EF4-467C-9AB0-9D7217F9ED08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0482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1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jp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0" Type="http://schemas.openxmlformats.org/officeDocument/2006/relationships/image" Target="../media/image48.jp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54.sv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3.png"/><Relationship Id="rId5" Type="http://schemas.openxmlformats.org/officeDocument/2006/relationships/image" Target="../media/image52.svg"/><Relationship Id="rId4" Type="http://schemas.openxmlformats.org/officeDocument/2006/relationships/image" Target="../media/image51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7.jpe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난 배가 고프다</a:t>
            </a:r>
            <a:endParaRPr kumimoji="0" lang="ko-KR" alt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201704086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202004088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37314" y="3817654"/>
            <a:ext cx="2390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 어플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2DB4BDC-A0CD-EB19-D9B9-A42A0DB33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1</a:t>
            </a:fld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0032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88375" y="1659285"/>
            <a:ext cx="490136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배경 및 필요성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</a:t>
            </a:r>
            <a:endParaRPr lang="en-US" altLang="ko-KR" sz="3200" dirty="0">
              <a:solidFill>
                <a:prstClr val="white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목표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목차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90136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환경 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6.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내용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(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32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8.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일정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9.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기대효과 및 활용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32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3E7D93-F159-2F4C-F16A-ADB709F3E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2</a:t>
            </a:fld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5752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나 배가 고프다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어플은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??!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55293" y="3412714"/>
              <a:ext cx="588141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다이어트와 건강에 관심이 많은 사람들을 위해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음식 성분과 </a:t>
              </a:r>
              <a:r>
                <a:rPr lang="ko-KR" altLang="en-US" sz="2000" dirty="0"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메뉴를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 </a:t>
              </a:r>
              <a:r>
                <a:rPr kumimoji="0" lang="ko-KR" altLang="en-US" sz="2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모바일 디바이스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를 이용하여 </a:t>
              </a:r>
              <a:r>
                <a:rPr kumimoji="0" lang="en-US" altLang="ko-KR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AR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로 분석해 건강을 관리해주는 어플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4320" y="294640"/>
            <a:ext cx="2569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D0AB23-035A-7CED-AF07-C0BD544940F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9442" y="5397266"/>
            <a:ext cx="60372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음식과 메뉴의 영양성분을 분석하고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내 체형과 체질에 맞는 하루 권장량을 알아서 </a:t>
            </a:r>
            <a:r>
              <a:rPr lang="ko-KR" altLang="en-US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계산하고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추천 식당과 평점 등을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보여줘 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 경험을 극대화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CC1BEFE-B3B1-57F7-6A89-B176267D8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</a:t>
            </a:fld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280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11525"/>
            <a:ext cx="4082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078954"/>
            <a:ext cx="642352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코로나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의 역설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...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다이어트족 늘어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대한비만학회의 ‘코로나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시대 국민 체중 관리 현황 및  비만 인식 조사’ 결과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응답자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 중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명은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이전 대비 체중이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3kg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이상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	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외식도 어려워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집밥이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늘고 있는데 이 때문에 다이어트에 좋은 음식들과 식재료들 판매량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&lt;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김정하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/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식품업체 마케팅담당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&gt; "5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월 출시 이후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와 맞물려 건강식에 대한 소비자 관심이 증가하면서 지속적인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매출량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증가세를 보이고 있습니다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탄수화물 부담 없이 섭취할 수 있는 장점이 있어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…"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2431FF5-785E-DA66-49B6-6F301FB6EF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3667" y="1165393"/>
            <a:ext cx="4680251" cy="52636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11EC75-AB4A-C711-B656-05BF7592EC8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7915" y="6511458"/>
            <a:ext cx="8439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출처 </a:t>
            </a:r>
            <a:r>
              <a:rPr kumimoji="0" lang="en-US" altLang="ko-KR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https://m.yonhapnewstv.co.kr/news/MYH20200830000600641</a:t>
            </a: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5C7178-0913-296C-1CC6-B0D6A6E09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2268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346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4891" y="1087004"/>
            <a:ext cx="115600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개인마다 필요 열량에 따른 영양 성분의 기준치가 다르고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대부분 자신의 기준치를 잘 모름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영양 성분표를 보면 직관적으로 알아보기 </a:t>
            </a:r>
            <a:r>
              <a:rPr lang="ko-KR" altLang="en-US" sz="2000" dirty="0" err="1">
                <a:solidFill>
                  <a:prstClr val="black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쉽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 않고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자신이 관심 있는 영양소만 대충 보고 넘어가는 경우가 많음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 성분표도 전체 성분만 표시되어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내가 먹고 싶은 만큼만 먹었을 때는 어느 정도로 영양을 섭취했는지 직관적으로 알기 어려움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842C7D-7B87-9665-98D1-3DD4E4F122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354" y="3549641"/>
            <a:ext cx="5211089" cy="2211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ECC41E2-D4EE-6789-EE8F-B0ACE9049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031" y="3064676"/>
            <a:ext cx="4711881" cy="3349708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20E7085-D4A7-7508-8349-7DB573249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18081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632267-7F9C-E254-A393-98CC415F8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256" y="2124459"/>
            <a:ext cx="2324045" cy="23240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BD2CD3-EFF0-55C2-FF77-0E1189E5999C}"/>
              </a:ext>
            </a:extLst>
          </p:cNvPr>
          <p:cNvSpPr txBox="1">
            <a:spLocks/>
          </p:cNvSpPr>
          <p:nvPr/>
        </p:nvSpPr>
        <p:spPr>
          <a:xfrm>
            <a:off x="8706901" y="4621472"/>
            <a:ext cx="2034754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 헬스케어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</a:t>
            </a:r>
            <a:r>
              <a:rPr kumimoji="0" lang="ko-KR" alt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앱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FB5A57-61D7-2295-D814-23B4F4CB1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21" y="2124459"/>
            <a:ext cx="3443287" cy="22913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2C0508-D95A-44FF-389F-01928CBC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28672" y="4635999"/>
            <a:ext cx="2278384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 기록 앱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D8A296-8969-F074-6B3E-E43FEBDC34C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94470" y="4621472"/>
            <a:ext cx="3446691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en-US" altLang="ko-KR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Suggestic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나에게 맞는 음식을 제안하는 앱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8AD117A-32B9-F431-7B4F-2F21CE1F9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490" y="2124459"/>
            <a:ext cx="2324045" cy="2324045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53CB76-F0BC-BBC6-7637-CF6338606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5601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5455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 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9332172-1309-1F56-6DEA-DAED3C686C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22913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358855" y="1454201"/>
            <a:ext cx="482366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국내 싣단기록 어플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모든 기록을 한곳에서 쉽게 관리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사람들과 함께 공유 및 소통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주간 리포트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 등 다양한 기능 탑재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565382-588C-8377-116D-A1C608C4D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6801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67BEC144-DD7C-65F4-CA52-1FA806B4A7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88" y="2060459"/>
            <a:ext cx="9293050" cy="3626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/>
          </p:cNvSpPr>
          <p:nvPr/>
        </p:nvSpPr>
        <p:spPr>
          <a:xfrm>
            <a:off x="391581" y="1076471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음식을 알아보기 쉽게 크게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*찍은 시간 자동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685904" y="5870080"/>
            <a:ext cx="36645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식사에 따른 칼로리와 영양성분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표로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양에 대한 영양성분은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X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직접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AFC597-1373-99F8-530C-DAC9FBBCD92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75371" y="5870080"/>
            <a:ext cx="42614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캘린더에 운동과 식단기록을 색깔선으로 표현해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한눈에 보기 쉽게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각 선의 의미는 안나와있음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60037" y="1045694"/>
            <a:ext cx="45190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걸음수 자동측정 기능과 운동을 직접 기입해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</p:cNvCxnSpPr>
          <p:nvPr/>
        </p:nvCxnSpPr>
        <p:spPr>
          <a:xfrm rot="10800000" flipH="1" flipV="1">
            <a:off x="391581" y="1491969"/>
            <a:ext cx="1023458" cy="779347"/>
          </a:xfrm>
          <a:prstGeom prst="bentConnector3">
            <a:avLst>
              <a:gd name="adj1" fmla="val -2233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184624" y="5536519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260037" y="1476581"/>
            <a:ext cx="929328" cy="989782"/>
          </a:xfrm>
          <a:prstGeom prst="bentConnector4">
            <a:avLst>
              <a:gd name="adj1" fmla="val -24598"/>
              <a:gd name="adj2" fmla="val 7176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1BD1B15C-C508-3577-4F92-D76588D401FE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5400000" flipH="1" flipV="1">
            <a:off x="9216267" y="5516170"/>
            <a:ext cx="643738" cy="64082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4DA66EA-17EA-F44D-BFE6-CD94C5E3B8F1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2A4D2-66C0-C8A2-2F65-AB6B624E27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1DAFEBA-6E48-A894-66E2-BEB3167BE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3584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FA244E6-62DB-66B6-0243-96420B8E7E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963083"/>
            <a:ext cx="8734425" cy="3848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539794-B6C4-E271-A289-1E1FC82261C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4152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원하는 목표에 따라 그룹 만들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디데이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강도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이모티콘으로 알기 쉽게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5D867161-3D99-D2E0-15B1-0F8982986CF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  <a:endCxn id="4" idx="1"/>
          </p:cNvCxnSpPr>
          <p:nvPr/>
        </p:nvCxnSpPr>
        <p:spPr>
          <a:xfrm rot="10800000" flipH="1" flipV="1">
            <a:off x="738230" y="1368923"/>
            <a:ext cx="1027069" cy="2518209"/>
          </a:xfrm>
          <a:prstGeom prst="bentConnector3">
            <a:avLst>
              <a:gd name="adj1" fmla="val -2225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980E072-8890-1011-0E2D-5AA566EE1C6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19754" y="5927861"/>
            <a:ext cx="3664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랭킹과 멤버 수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등을 실시간으로 공유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요일 별로 기록되어 그룹의 성장을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91D33852-5D7E-D4AD-CC59-74E1186B1D84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16200000" flipV="1">
            <a:off x="5518474" y="5594300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D811B50-310F-3B68-D58D-F005093303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68135" y="537927"/>
            <a:ext cx="4468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기록을 사진이나 그림으로 표현 하여 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물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 수로 나뉘어져 있어 깔금함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*공유한 기록에 대해 멤버끼리 댓글로 소통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8E4AB879-40F3-07DC-4E12-43EDCB62ACF3}"/>
              </a:ext>
            </a:extLst>
          </p:cNvPr>
          <p:cNvCxnSpPr>
            <a:cxnSpLocks noGrp="1" noRot="1" noMove="1" noResize="1" noEditPoints="1" noAdjustHandles="1" noChangeArrowheads="1" noChangeShapeType="1"/>
            <a:stCxn id="13" idx="2"/>
          </p:cNvCxnSpPr>
          <p:nvPr/>
        </p:nvCxnSpPr>
        <p:spPr>
          <a:xfrm rot="5400000">
            <a:off x="8725366" y="2025390"/>
            <a:ext cx="1287446" cy="466956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699059E-65B2-A628-1AC5-9F279593A8F5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3F2EBD-112D-0BF6-0521-4CF51334823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F9AB83-525C-D3C9-054A-9692D0703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2711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5C985B2-05A8-393D-17C1-03CB43198F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940958"/>
            <a:ext cx="9572625" cy="37814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8D6EFF-2308-9279-96F4-6467FBCF50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특정 미션을 선택하여 달성하도록 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*남은 시간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달성여부를 쉽게 알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C4384591-7A9D-5E6A-9E5A-CC4BC7CF177A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1"/>
            <a:endCxn id="5" idx="1"/>
          </p:cNvCxnSpPr>
          <p:nvPr/>
        </p:nvCxnSpPr>
        <p:spPr>
          <a:xfrm rot="10800000" flipH="1" flipV="1">
            <a:off x="738230" y="1492035"/>
            <a:ext cx="607969" cy="2339636"/>
          </a:xfrm>
          <a:prstGeom prst="bentConnector3">
            <a:avLst>
              <a:gd name="adj1" fmla="val -3760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9992C4D-DB1A-9C7F-89E4-4A3DC71D9A9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30521" y="5781464"/>
            <a:ext cx="38994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*생존인원과 확률을 위에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미선 성공 여부를 표로 깔끔하게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*색으로 달성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탈락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미완료를 구분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ABBEF8CB-D60E-017B-DF71-5F7B49717B83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687964" y="5389180"/>
            <a:ext cx="643738" cy="14083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DBA17FA-3B37-4351-0EB9-3D805002E5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68579" y="1056334"/>
            <a:ext cx="45190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기간 완료 후 성공여부와 확률을 큰화면으로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그룹의 생존율도 알 수있게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AB9569A6-84AE-1566-D405-5A0985902C49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568579" y="1348721"/>
            <a:ext cx="687898" cy="983417"/>
          </a:xfrm>
          <a:prstGeom prst="bentConnector4">
            <a:avLst>
              <a:gd name="adj1" fmla="val -33232"/>
              <a:gd name="adj2" fmla="val 6486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F616677-2E7B-E535-0749-BBF34C58CB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274371" y="5911150"/>
            <a:ext cx="274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끝까지 성공 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선물을 제공하여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의지를 더 높힐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9C68667D-F07B-2E0B-DA9C-E1377BFBEE0B}"/>
              </a:ext>
            </a:extLst>
          </p:cNvPr>
          <p:cNvCxnSpPr>
            <a:cxnSpLocks noGrp="1" noRot="1" noMove="1" noResize="1" noEditPoints="1" noAdjustHandles="1" noChangeArrowheads="1" noChangeShapeType="1"/>
            <a:stCxn id="16" idx="3"/>
            <a:endCxn id="5" idx="3"/>
          </p:cNvCxnSpPr>
          <p:nvPr/>
        </p:nvCxnSpPr>
        <p:spPr>
          <a:xfrm flipH="1" flipV="1">
            <a:off x="10918825" y="3831671"/>
            <a:ext cx="104310" cy="2371867"/>
          </a:xfrm>
          <a:prstGeom prst="bentConnector3">
            <a:avLst>
              <a:gd name="adj1" fmla="val -21915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EF238D6-D4D8-CD8C-9313-1EC1E05CB177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971890-37D0-ED8D-89BF-51DCD983215D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5AAB3A3-2091-D573-CE70-6A0929849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6362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6D6462E-3B3A-7005-5085-FEA3BC48267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11" y="1578747"/>
            <a:ext cx="6029325" cy="4791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A4108E-9E52-DD6D-8476-1A7C37E0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6545" y="1966473"/>
            <a:ext cx="304566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매주 업데이트 되는 주간 리포트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*하루 전체 기록을 한번에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*설정된 목표량에 따른 그날의 기록을 표로 쉽게 표시해 식단 조절이 쉬움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B4AC0F4F-9A7D-6F4A-2688-12B27A18F2B5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2"/>
            <a:endCxn id="4" idx="1"/>
          </p:cNvCxnSpPr>
          <p:nvPr/>
        </p:nvCxnSpPr>
        <p:spPr>
          <a:xfrm rot="16200000" flipH="1">
            <a:off x="2389646" y="2653420"/>
            <a:ext cx="930594" cy="1711135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2F336F2-CF5A-A3A5-3591-812CFF3469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98047" y="1092186"/>
            <a:ext cx="2952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올린기록 모아보기 기능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*날짜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제목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사진을 알아보기 쉽게 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깔끔하게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*클릭 시 그날의 작성된 기록을 바로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볼 수있음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988F5AED-3D3A-3DEA-7381-BBDE55C55671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3"/>
            <a:endCxn id="4" idx="3"/>
          </p:cNvCxnSpPr>
          <p:nvPr/>
        </p:nvCxnSpPr>
        <p:spPr>
          <a:xfrm flipH="1">
            <a:off x="9739836" y="1753906"/>
            <a:ext cx="1711135" cy="2220379"/>
          </a:xfrm>
          <a:prstGeom prst="bentConnector3">
            <a:avLst>
              <a:gd name="adj1" fmla="val -1336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45816CD-3B99-9F5B-E70E-AFADEA605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619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23173" y="1702064"/>
            <a:ext cx="4927132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기록할 때마다 실시간으로 변하는 영양성분 섭취량과 남은 양을 눈에 보기 쉽게 표시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양에 대한 영양성분을 직접 기입해야하기 때문에 자동으로 기입이 되게 표현할 필요성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올릴 때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자동으로 시간이 기록되는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것을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표현하면 더 보기 쉬울것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02064"/>
            <a:ext cx="501102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크게 배치하여 주제를 쉽게 파악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그룹과 서바이벌 프로그램을 통해 다른 유저들과 공유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소통을 통해 의지 상승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설정된 목표량과 내가 이룬 양을 비교할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36A84A-1839-2048-1972-24B931EEC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1861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612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/>
          <p:nvPr/>
        </p:nvSpPr>
        <p:spPr>
          <a:xfrm>
            <a:off x="6358855" y="1454201"/>
            <a:ext cx="48236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렌즈 사용한 다이어트 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식단을 개별성분으로 변환해 개인의 식단에 맞춰볼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사용자의 생활습관을 수용하는 방식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497923-B763-83E1-2A6F-26065D784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780" y="1495329"/>
            <a:ext cx="3599446" cy="3599446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59E1B70-2FE9-BAD7-C481-BB4E2695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733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1AF264-3ECE-330D-0F59-8C10020862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111248" y="1839773"/>
            <a:ext cx="6042529" cy="3847963"/>
            <a:chOff x="837391" y="0"/>
            <a:chExt cx="11325725" cy="68580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D0539F-E506-6A28-F197-D2EEB4EABAB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7391" y="0"/>
              <a:ext cx="3840270" cy="6858000"/>
            </a:xfrm>
            <a:prstGeom prst="rect">
              <a:avLst/>
            </a:prstGeom>
          </p:spPr>
        </p:pic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2CC18F5-1686-374E-A1B6-2E7B6901FA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4654019" y="0"/>
              <a:ext cx="7509097" cy="6858000"/>
              <a:chOff x="4677661" y="0"/>
              <a:chExt cx="7509097" cy="6858000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74201810-B872-3599-CB8C-0793D019129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77661" y="0"/>
                <a:ext cx="3759506" cy="6858000"/>
              </a:xfrm>
              <a:prstGeom prst="rect">
                <a:avLst/>
              </a:prstGeom>
            </p:spPr>
          </p:pic>
          <p:pic>
            <p:nvPicPr>
              <p:cNvPr id="14" name="그림 13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5BA179FA-7912-13EB-8D9C-C93F4857D0E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30444" y="0"/>
                <a:ext cx="3756314" cy="6858000"/>
              </a:xfrm>
              <a:prstGeom prst="rect">
                <a:avLst/>
              </a:prstGeom>
            </p:spPr>
          </p:pic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941665"/>
            <a:ext cx="41059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*목표입력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선호 와 제한식단 추가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*채식 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당뇨예방 식단 등 다양한 식단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928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식단계획을 세워줌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그림으로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 계획과 쇼핑리스트를 입력할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257695" y="1864804"/>
            <a:ext cx="1205433" cy="1021148"/>
          </a:xfrm>
          <a:prstGeom prst="bentConnector3">
            <a:avLst>
              <a:gd name="adj1" fmla="val 9941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166146" y="2755857"/>
            <a:ext cx="1207907" cy="4353631"/>
          </a:xfrm>
          <a:prstGeom prst="bentConnector4">
            <a:avLst>
              <a:gd name="adj1" fmla="val -71707"/>
              <a:gd name="adj2" fmla="val 10053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8186117" y="1456847"/>
            <a:ext cx="643348" cy="1209846"/>
          </a:xfrm>
          <a:prstGeom prst="bentConnector4">
            <a:avLst>
              <a:gd name="adj1" fmla="val -35533"/>
              <a:gd name="adj2" fmla="val 6208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872456-0790-341F-C149-7D74F9A8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0979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981A16E2-5313-05F8-53EF-A5E170D8F593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02099" y="1993392"/>
            <a:ext cx="8829465" cy="4395831"/>
            <a:chOff x="0" y="0"/>
            <a:chExt cx="11381736" cy="685800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E7536CC3-04D6-71B3-44AD-E484885D193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828829" cy="6858000"/>
            </a:xfrm>
            <a:prstGeom prst="rect">
              <a:avLst/>
            </a:prstGeom>
          </p:spPr>
        </p:pic>
        <p:pic>
          <p:nvPicPr>
            <p:cNvPr id="12" name="그림 11" descr="텍스트이(가) 표시된 사진&#10;&#10;자동 생성된 설명">
              <a:extLst>
                <a:ext uri="{FF2B5EF4-FFF2-40B4-BE49-F238E27FC236}">
                  <a16:creationId xmlns:a16="http://schemas.microsoft.com/office/drawing/2014/main" id="{54703F62-8BCB-EE79-7790-715E4A1AD10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8178" y="0"/>
              <a:ext cx="3782101" cy="685800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E37634B-1D3E-E9BF-422E-A7F9CB58890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0279" y="0"/>
              <a:ext cx="3791457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095824"/>
            <a:ext cx="4105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*나의 체질에 맞는 다양한 조리법을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0529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개인화된 영양계획을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검색하고 필터링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*섭취량과 목표량을 보기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쉽게 수치화해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가장 적합한 음식을 검색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재료별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레시피 별로 나뉘어짐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1959150" y="2071286"/>
            <a:ext cx="1795524" cy="101415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093058" y="2559011"/>
            <a:ext cx="1454128" cy="4993543"/>
          </a:xfrm>
          <a:prstGeom prst="bentConnector4">
            <a:avLst>
              <a:gd name="adj1" fmla="val -15721"/>
              <a:gd name="adj2" fmla="val 6027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16200000" flipH="1">
            <a:off x="9760270" y="2075957"/>
            <a:ext cx="1136580" cy="48313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0A0A1B0-704D-489A-9325-B845291D5F0C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0116F-E198-88DB-6745-4F1E85312F2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DC386DE-F50F-3B02-B594-9B2089457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7975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207580FB-F7D3-1E75-D8A3-D48EE4FD0D5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245593" y="1388211"/>
            <a:ext cx="5294399" cy="5028216"/>
            <a:chOff x="913454" y="47123"/>
            <a:chExt cx="7274882" cy="6858000"/>
          </a:xfrm>
        </p:grpSpPr>
        <p:pic>
          <p:nvPicPr>
            <p:cNvPr id="5" name="그림 4" descr="텍스트이(가) 표시된 사진&#10;&#10;자동 생성된 설명">
              <a:extLst>
                <a:ext uri="{FF2B5EF4-FFF2-40B4-BE49-F238E27FC236}">
                  <a16:creationId xmlns:a16="http://schemas.microsoft.com/office/drawing/2014/main" id="{039901C2-415B-48EE-EED9-A56FB8C8E08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7836" y="47123"/>
              <a:ext cx="4000500" cy="6858000"/>
            </a:xfrm>
            <a:prstGeom prst="rect">
              <a:avLst/>
            </a:prstGeom>
          </p:spPr>
        </p:pic>
        <p:pic>
          <p:nvPicPr>
            <p:cNvPr id="10" name="그림 9" descr="텍스트이(가) 표시된 사진&#10;&#10;자동 생성된 설명">
              <a:extLst>
                <a:ext uri="{FF2B5EF4-FFF2-40B4-BE49-F238E27FC236}">
                  <a16:creationId xmlns:a16="http://schemas.microsoft.com/office/drawing/2014/main" id="{EAC1D7A2-F3E2-9717-E44F-71D60CC416C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3454" y="47123"/>
              <a:ext cx="32766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926053"/>
            <a:ext cx="275672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*식단 이미지에서 식단정보 추출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화면에 나타냄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*증강현실과 결합해 메뉴스캔시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80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 표로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맞는 음식인지 알려줌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6903" y="1770336"/>
            <a:ext cx="29114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*식당의 메뉴판을 스캔하여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AI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나의 체질에 맞는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가장 좋은 메뉴를 골라준다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5400000" flipH="1" flipV="1">
            <a:off x="1972559" y="1493848"/>
            <a:ext cx="1458313" cy="2052975"/>
          </a:xfrm>
          <a:prstGeom prst="bentConnector4">
            <a:avLst>
              <a:gd name="adj1" fmla="val -15676"/>
              <a:gd name="adj2" fmla="val 8357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  <a:endCxn id="21" idx="1"/>
          </p:cNvCxnSpPr>
          <p:nvPr/>
        </p:nvCxnSpPr>
        <p:spPr>
          <a:xfrm rot="16200000" flipH="1">
            <a:off x="2213982" y="4663566"/>
            <a:ext cx="464443" cy="1718119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301008" y="1840319"/>
            <a:ext cx="200592" cy="1722621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A0028A0-A0FB-10B0-644F-9C3191D7BB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05263" y="5192785"/>
            <a:ext cx="5142452" cy="1124125"/>
          </a:xfrm>
          <a:prstGeom prst="roundRect">
            <a:avLst/>
          </a:prstGeom>
          <a:noFill/>
          <a:ln w="57150">
            <a:solidFill>
              <a:srgbClr val="6D8C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pic>
        <p:nvPicPr>
          <p:cNvPr id="31" name="그림 30" descr="텍스트이(가) 표시된 사진&#10;&#10;자동 생성된 설명">
            <a:extLst>
              <a:ext uri="{FF2B5EF4-FFF2-40B4-BE49-F238E27FC236}">
                <a16:creationId xmlns:a16="http://schemas.microsoft.com/office/drawing/2014/main" id="{74998BE1-E729-FF4E-4620-85E9CE7D4A6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0007" y="3731102"/>
            <a:ext cx="2838450" cy="1600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C731DE-6A9B-4683-F716-B03CAED6647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A6DD64-DE98-3A84-AA51-C162D0EF910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D74BC-A998-B66B-0A2E-1058A25F2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979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지도이(가) 표시된 사진&#10;&#10;자동 생성된 설명">
            <a:extLst>
              <a:ext uri="{FF2B5EF4-FFF2-40B4-BE49-F238E27FC236}">
                <a16:creationId xmlns:a16="http://schemas.microsoft.com/office/drawing/2014/main" id="{C80165E2-A222-CFF0-0952-FCDE7204DAA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93" y="1483107"/>
            <a:ext cx="5729534" cy="48148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2280345"/>
            <a:ext cx="27567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지도에 표시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내 체질에 맞는 주변 식당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후 추천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4625557"/>
            <a:ext cx="28893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식당 클릭시 나에게 맞는 메뉴의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영양정보를 수치화 해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메뉴 이름과 가격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수치를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보기 쉽게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783126" y="2122674"/>
            <a:ext cx="3473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사용하면서 쌓인 데이터를 분석하여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이용자에게 더 적합한 맟춤형 식당 제공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835989" y="2148092"/>
            <a:ext cx="224536" cy="2643478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16200000" flipH="1">
            <a:off x="2574751" y="4820842"/>
            <a:ext cx="43675" cy="180754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294563" y="1929107"/>
            <a:ext cx="446816" cy="200350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7A23D0-F2F7-938A-9ADC-81D79FA75EC6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EAD098-A71D-C929-10F9-88231BB5360D}"/>
              </a:ext>
            </a:extLst>
          </p:cNvPr>
          <p:cNvSpPr txBox="1">
            <a:spLocks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4E864D-1B25-F7D1-1D19-9ED1BD1EF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5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48341" y="1781372"/>
            <a:ext cx="514244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를 연동해 더 정확한 내 영양정보를 입력할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필요가 있음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메뉴판 스캔시 위치와 메뉴별 내 체질에 맞는지 여부 알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표로 제공해 한눈에 보기 쉬움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69176"/>
            <a:ext cx="492713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식단계획을 세워줌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수치화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체질에 맞는 다양한 재료와 조리법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메뉴스캔시 영양정보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위치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E7A0E5-7D94-2131-E6FC-07AB756A6813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FA0F9E-5E35-9FB9-A621-FD48FAC1754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F852E51-86E6-1E97-94BE-C10615FF1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1031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64012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B3678-729F-5A63-13E1-434F98218CBB}"/>
              </a:ext>
            </a:extLst>
          </p:cNvPr>
          <p:cNvSpPr txBox="1"/>
          <p:nvPr/>
        </p:nvSpPr>
        <p:spPr>
          <a:xfrm>
            <a:off x="5368954" y="2091765"/>
            <a:ext cx="594162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억 회 이상 다운로드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및 헬스 서비스를 지원하는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플랫폼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A76BA36-31E4-F0C8-7D38-DB433307F93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3070170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D7BD559-5F65-B763-BBF0-F7671C460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5036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F692727-6D85-371F-7C4D-E06D1D02350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5463953" cy="3778231"/>
            <a:chOff x="741527" y="1489045"/>
            <a:chExt cx="5463953" cy="377823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C34E1870-6EB4-9917-DCA4-13843040A77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741527" y="1489045"/>
              <a:ext cx="2545508" cy="3527571"/>
              <a:chOff x="741527" y="1489045"/>
              <a:chExt cx="2545508" cy="3527571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A376841-4969-9C3E-68C3-ACD70871DE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1527" y="1489045"/>
                <a:ext cx="2545508" cy="3527571"/>
              </a:xfrm>
              <a:prstGeom prst="rect">
                <a:avLst/>
              </a:prstGeom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440B3EAB-1DA1-AB8E-81B0-9505431F458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1" y="1937857"/>
                <a:ext cx="526639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EDF95C5B-BCC1-442D-7FB4-597CBA6BDA2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2" y="2923043"/>
                <a:ext cx="451138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C9195E59-D02E-BD23-7B21-1CBC67CE5AD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84434" y="3693791"/>
                <a:ext cx="325302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0C80840C-3835-AD04-8DA0-708F35BCDEA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9" idx="3"/>
              <a:endCxn id="24" idx="1"/>
            </p:cNvCxnSpPr>
            <p:nvPr/>
          </p:nvCxnSpPr>
          <p:spPr>
            <a:xfrm>
              <a:off x="1427850" y="2038525"/>
              <a:ext cx="2232122" cy="300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BDA25A8-9673-A0E2-A9B4-3D089F9D9CD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1687586"/>
              <a:ext cx="254550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걸음 수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활동시간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 칼로리 등 확인 가능</a:t>
              </a: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DE471C82-5FC1-97C9-A77E-89B144E68569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0" idx="3"/>
              <a:endCxn id="29" idx="1"/>
            </p:cNvCxnSpPr>
            <p:nvPr/>
          </p:nvCxnSpPr>
          <p:spPr>
            <a:xfrm>
              <a:off x="1352350" y="3023711"/>
              <a:ext cx="2307622" cy="1429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4E1A6-3418-BFA9-05A7-4E3BC2DE19B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2684063"/>
              <a:ext cx="233815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기록된 걸음 수와 평균 걸음 수 비교 가능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D55AEB-FCF7-54A8-0640-57B622F73961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4251613"/>
              <a:ext cx="254550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걷기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달리기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자전거 타기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근력운동 기구 등 운동할 종목 선택 후 기록</a:t>
              </a:r>
            </a:p>
          </p:txBody>
        </p:sp>
        <p:cxnSp>
          <p:nvCxnSpPr>
            <p:cNvPr id="38" name="연결선: 꺾임 37">
              <a:extLst>
                <a:ext uri="{FF2B5EF4-FFF2-40B4-BE49-F238E27FC236}">
                  <a16:creationId xmlns:a16="http://schemas.microsoft.com/office/drawing/2014/main" id="{0B155983-8681-57FE-F813-F650B68136C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2"/>
              <a:endCxn id="30" idx="1"/>
            </p:cNvCxnSpPr>
            <p:nvPr/>
          </p:nvCxnSpPr>
          <p:spPr>
            <a:xfrm rot="16200000" flipH="1">
              <a:off x="1921369" y="3020841"/>
              <a:ext cx="864319" cy="261288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FBC53B2-7EEE-CF3A-9CAB-88C85135BD2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216162" y="1362305"/>
            <a:ext cx="9375076" cy="5036603"/>
            <a:chOff x="2216162" y="1362305"/>
            <a:chExt cx="9375076" cy="5036603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B6AF8D6-4F12-D065-8256-2827042A18C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375034" y="1362305"/>
              <a:ext cx="5216204" cy="3654312"/>
              <a:chOff x="6375034" y="1362305"/>
              <a:chExt cx="5216204" cy="3654312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2AA3A336-E914-267C-5EE2-E7A1EA5F88C8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6375034" y="1489045"/>
                <a:ext cx="2191627" cy="3527572"/>
                <a:chOff x="6375034" y="1489045"/>
                <a:chExt cx="2191627" cy="3527572"/>
              </a:xfrm>
            </p:grpSpPr>
            <p:pic>
              <p:nvPicPr>
                <p:cNvPr id="18" name="그림 17">
                  <a:extLst>
                    <a:ext uri="{FF2B5EF4-FFF2-40B4-BE49-F238E27FC236}">
                      <a16:creationId xmlns:a16="http://schemas.microsoft.com/office/drawing/2014/main" id="{AF4EE3CB-22C6-BEA1-D118-F83BD7982891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3" cstate="screen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75034" y="1489045"/>
                  <a:ext cx="2191627" cy="3527572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ED7194EE-9B9B-FB8E-1975-23FB7DB36A1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161558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050CF162-C50C-5D69-53E6-ED37D141627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26931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32C5BF47-E79F-7705-A775-D356781934F8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923042"/>
                  <a:ext cx="62590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A2EA72B2-5618-0D66-D5DA-D715148BBA81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3705552"/>
                  <a:ext cx="22323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</p:grpSp>
          <p:cxnSp>
            <p:nvCxnSpPr>
              <p:cNvPr id="45" name="직선 화살표 연결선 44">
                <a:extLst>
                  <a:ext uri="{FF2B5EF4-FFF2-40B4-BE49-F238E27FC236}">
                    <a16:creationId xmlns:a16="http://schemas.microsoft.com/office/drawing/2014/main" id="{CF9B5D4B-1750-BDF2-9C0E-9DFD969E84F5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3" idx="3"/>
                <a:endCxn id="46" idx="1"/>
              </p:cNvCxnSpPr>
              <p:nvPr/>
            </p:nvCxnSpPr>
            <p:spPr>
              <a:xfrm flipV="1">
                <a:off x="6808228" y="1716248"/>
                <a:ext cx="2237502" cy="1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99931C-EEA0-C13D-C941-4D1CB9512D8F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1362305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먹은 음식 기록 및 성분 확인 가능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40A7A4F-CD67-FD7F-A377-ABE41FFCF9E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2391366"/>
                <a:ext cx="240474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수면 기록을 통해 수면 패턴 확인</a:t>
                </a:r>
              </a:p>
            </p:txBody>
          </p:sp>
          <p:cxnSp>
            <p:nvCxnSpPr>
              <p:cNvPr id="51" name="연결선: 꺾임 50">
                <a:extLst>
                  <a:ext uri="{FF2B5EF4-FFF2-40B4-BE49-F238E27FC236}">
                    <a16:creationId xmlns:a16="http://schemas.microsoft.com/office/drawing/2014/main" id="{22807512-1D94-C456-F206-B80054E8FBD9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4" idx="2"/>
                <a:endCxn id="50" idx="1"/>
              </p:cNvCxnSpPr>
              <p:nvPr/>
            </p:nvCxnSpPr>
            <p:spPr>
              <a:xfrm rot="16200000" flipH="1">
                <a:off x="7708322" y="1407900"/>
                <a:ext cx="274663" cy="2400153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1F09727-DB51-500E-3EE1-77CA019D0C4A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29" y="3199001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체중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 err="1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골격근량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체지방률 입력 및 목표 설정</a:t>
                </a:r>
              </a:p>
            </p:txBody>
          </p:sp>
          <p:cxnSp>
            <p:nvCxnSpPr>
              <p:cNvPr id="57" name="연결선: 꺾임 56">
                <a:extLst>
                  <a:ext uri="{FF2B5EF4-FFF2-40B4-BE49-F238E27FC236}">
                    <a16:creationId xmlns:a16="http://schemas.microsoft.com/office/drawing/2014/main" id="{C40FE7A5-7F7E-00C6-9294-7589E01E8B3B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5" idx="2"/>
                <a:endCxn id="56" idx="1"/>
              </p:cNvCxnSpPr>
              <p:nvPr/>
            </p:nvCxnSpPr>
            <p:spPr>
              <a:xfrm rot="16200000" flipH="1">
                <a:off x="7706521" y="2213735"/>
                <a:ext cx="428567" cy="2249849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D9C18AB-2334-6BF1-B8FA-424418CB8AB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9603" y="4080358"/>
                <a:ext cx="240474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오늘 마신 물 입력</a:t>
                </a:r>
              </a:p>
            </p:txBody>
          </p:sp>
          <p:cxnSp>
            <p:nvCxnSpPr>
              <p:cNvPr id="62" name="연결선: 꺾임 61">
                <a:extLst>
                  <a:ext uri="{FF2B5EF4-FFF2-40B4-BE49-F238E27FC236}">
                    <a16:creationId xmlns:a16="http://schemas.microsoft.com/office/drawing/2014/main" id="{31F08870-873A-F148-687E-57FE96A502BC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6" idx="2"/>
                <a:endCxn id="61" idx="1"/>
              </p:cNvCxnSpPr>
              <p:nvPr/>
            </p:nvCxnSpPr>
            <p:spPr>
              <a:xfrm rot="16200000" flipH="1">
                <a:off x="7625311" y="2876121"/>
                <a:ext cx="373526" cy="2435058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연결선: 꺾임 67">
              <a:extLst>
                <a:ext uri="{FF2B5EF4-FFF2-40B4-BE49-F238E27FC236}">
                  <a16:creationId xmlns:a16="http://schemas.microsoft.com/office/drawing/2014/main" id="{080BB5C6-10C4-21D0-7138-B2315C57A9D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69" idx="2"/>
              <a:endCxn id="74" idx="3"/>
            </p:cNvCxnSpPr>
            <p:nvPr/>
          </p:nvCxnSpPr>
          <p:spPr>
            <a:xfrm rot="5400000">
              <a:off x="5425221" y="4420446"/>
              <a:ext cx="1182237" cy="237457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1AB5940-7AD6-B7AB-5295-61BF28C757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024942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3A85DE28-774E-DC22-B087-D95B038B727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551865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8CD6537-E55F-D7EA-9738-0041F477814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6162" y="5998798"/>
              <a:ext cx="26128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다른 사용자와 대결 가능</a:t>
              </a:r>
            </a:p>
          </p:txBody>
        </p:sp>
        <p:cxnSp>
          <p:nvCxnSpPr>
            <p:cNvPr id="80" name="연결선: 꺾임 79">
              <a:extLst>
                <a:ext uri="{FF2B5EF4-FFF2-40B4-BE49-F238E27FC236}">
                  <a16:creationId xmlns:a16="http://schemas.microsoft.com/office/drawing/2014/main" id="{3C925E1A-6362-6F40-5A9C-7AADDEEA2CB0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71" idx="2"/>
              <a:endCxn id="81" idx="1"/>
            </p:cNvCxnSpPr>
            <p:nvPr/>
          </p:nvCxnSpPr>
          <p:spPr>
            <a:xfrm rot="16200000" flipH="1">
              <a:off x="7357028" y="5390137"/>
              <a:ext cx="984889" cy="237845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33735B6-C191-3BF9-953B-02502B2AC49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968395" y="5647562"/>
              <a:ext cx="261288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건강과 관련된 다양한 서비스 제공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949D3A8-A9F5-26AD-3B5D-DE9A9B8970E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BD351C-3C30-9E63-383D-71D3F7A10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49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0776CF5-3BD4-BADD-5A00-D90D6D54EBF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4861263" cy="3527573"/>
            <a:chOff x="741527" y="1489045"/>
            <a:chExt cx="4861263" cy="352757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8E50DEF-9AA9-783D-8566-10B9C175F1B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527" y="1489045"/>
              <a:ext cx="2128989" cy="3527573"/>
            </a:xfrm>
            <a:prstGeom prst="rect">
              <a:avLst/>
            </a:prstGeom>
          </p:spPr>
        </p:pic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4491DF13-82AF-190A-2C10-9A2930F5D886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3"/>
              <a:endCxn id="19" idx="1"/>
            </p:cNvCxnSpPr>
            <p:nvPr/>
          </p:nvCxnSpPr>
          <p:spPr>
            <a:xfrm>
              <a:off x="2768367" y="2549461"/>
              <a:ext cx="496267" cy="1194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9141251-BD00-BCF6-9801-D150B30AC58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19378" y="2428739"/>
              <a:ext cx="348989" cy="24144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342A223-90B1-8D99-CFEE-946BC4ECE07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10018" y="2759978"/>
              <a:ext cx="587230" cy="177963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4574829-D1DA-F7BB-B587-E4E88C6BA4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3646" y="3495540"/>
              <a:ext cx="432194" cy="187228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706534E-3BCA-FF34-8474-5F8A745D4E4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5" idx="3"/>
              <a:endCxn id="20" idx="1"/>
            </p:cNvCxnSpPr>
            <p:nvPr/>
          </p:nvCxnSpPr>
          <p:spPr>
            <a:xfrm flipV="1">
              <a:off x="1275840" y="3588956"/>
              <a:ext cx="1988794" cy="19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51FDD69-5668-CD6B-BDC8-940EF0B0A39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2361350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성별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키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체중 등 설정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94C6B08-2D0E-A1BF-1069-300B2AC04C2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3388901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주간 분석 데이터 제공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BA0D497-F3D9-AFC2-7E04-ABB9CD74A1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1489045"/>
            <a:ext cx="5019413" cy="3527574"/>
            <a:chOff x="6096000" y="1489045"/>
            <a:chExt cx="5019413" cy="352757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9CB8F11-BA9D-840C-976F-5B8FD61519B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1489045"/>
              <a:ext cx="2005571" cy="3527574"/>
            </a:xfrm>
            <a:prstGeom prst="rect">
              <a:avLst/>
            </a:prstGeom>
          </p:spPr>
        </p:pic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78AAB426-0AED-3CAA-F327-A9645729133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7" idx="3"/>
              <a:endCxn id="28" idx="1"/>
            </p:cNvCxnSpPr>
            <p:nvPr/>
          </p:nvCxnSpPr>
          <p:spPr>
            <a:xfrm flipV="1">
              <a:off x="8011486" y="2670182"/>
              <a:ext cx="454879" cy="112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BC95CD7-4BBF-8AB0-77B4-BCD2CCEA8F4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94980" y="1492064"/>
              <a:ext cx="1816506" cy="235848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63D233E-D4B3-7D88-4A8B-EE17478954A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2470127"/>
              <a:ext cx="26490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각종 기록 한 눈에 확인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4C471BBE-12E2-DE44-4529-398FFBBCD537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5" idx="3"/>
              <a:endCxn id="36" idx="1"/>
            </p:cNvCxnSpPr>
            <p:nvPr/>
          </p:nvCxnSpPr>
          <p:spPr>
            <a:xfrm flipV="1">
              <a:off x="6451134" y="4159595"/>
              <a:ext cx="201523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D8361C5B-6ADC-DED7-5C03-FBC6596F0B9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76729" y="4065973"/>
              <a:ext cx="274405" cy="18724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7BEBF8F-8BE3-41B7-44AF-2BEB0FF3A16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3959540"/>
              <a:ext cx="24477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기록에 따라 배지 획득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5BDC8ED-3A46-71A1-C16D-371393581B6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795272-300C-9DB3-E965-1C82C09DA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005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0422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삼성헬스케어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48340" y="1781372"/>
            <a:ext cx="504224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모바일 유저는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체성분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지수 직접 입력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800100" lvl="1" indent="-342900">
              <a:buFontTx/>
              <a:buChar char="-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부정확한 정보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800100" lvl="1" indent="-342900">
              <a:buFontTx/>
              <a:buChar char="-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다양한 음식 성분을 검색을 통해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1214" y="1769176"/>
            <a:ext cx="467546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갤럭시워치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사용자는 </a:t>
            </a:r>
            <a:r>
              <a:rPr lang="ko-KR" altLang="en-US" sz="2000" dirty="0" err="1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BMI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지수 측정 기능 포함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투게더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피트니스 기능으로 다양하게 건강 관리 가능</a:t>
            </a:r>
            <a:b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</a:b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매일 건강 기록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불확실한 칼로리 소모량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70AB6F-DDAD-98E5-05F6-CEFF06FCB9C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74532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F906F3-1AA0-95CD-74E0-C8EE9931E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6606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2754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음식 성분 확인 기능 구현</a:t>
            </a:r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내가 먹은 양만큼 음식 성분 계산 및 기록 기능 구현</a:t>
            </a:r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Inbody</a:t>
            </a:r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Cloud Server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연동 구현</a:t>
            </a:r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체성분에 따라 필요한 섭취량 조절 기능 구현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E34243B-0159-B3C6-45A9-70E5FB00F57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그룹 38">
            <a:extLst>
              <a:ext uri="{FF2B5EF4-FFF2-40B4-BE49-F238E27FC236}">
                <a16:creationId xmlns:a16="http://schemas.microsoft.com/office/drawing/2014/main" id="{5AE8CE96-121F-E1E1-C732-19E54A31025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939257" y="956441"/>
            <a:ext cx="4313486" cy="3600000"/>
            <a:chOff x="3939257" y="956441"/>
            <a:chExt cx="4313486" cy="360000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86F99E34-0338-4A73-3490-2E37DFFE0ED4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3939257" y="956441"/>
              <a:ext cx="4313486" cy="3600000"/>
              <a:chOff x="3939257" y="956441"/>
              <a:chExt cx="4313486" cy="3600000"/>
            </a:xfrm>
          </p:grpSpPr>
          <p:sp>
            <p:nvSpPr>
              <p:cNvPr id="10" name="타원 9">
                <a:extLst>
                  <a:ext uri="{FF2B5EF4-FFF2-40B4-BE49-F238E27FC236}">
                    <a16:creationId xmlns:a16="http://schemas.microsoft.com/office/drawing/2014/main" id="{A81C7FE2-5A76-4C1A-8F4E-BBD5A32DB97A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 rot="5400000">
                <a:off x="4296000" y="599698"/>
                <a:ext cx="3600000" cy="4313486"/>
              </a:xfrm>
              <a:prstGeom prst="ellipse">
                <a:avLst/>
              </a:prstGeom>
              <a:solidFill>
                <a:schemeClr val="accent2">
                  <a:alpha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A7034D5-42A8-4241-9D66-9B53239DB210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5522445" y="1048794"/>
                <a:ext cx="10967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개발</a:t>
                </a:r>
                <a:r>
                  <a:rPr lang="en-US" altLang="ko-KR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/</a:t>
                </a:r>
                <a:r>
                  <a:rPr lang="ko-KR" altLang="en-US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실행</a:t>
                </a:r>
              </a:p>
            </p:txBody>
          </p:sp>
          <p:pic>
            <p:nvPicPr>
              <p:cNvPr id="23" name="그림 22">
                <a:extLst>
                  <a:ext uri="{FF2B5EF4-FFF2-40B4-BE49-F238E27FC236}">
                    <a16:creationId xmlns:a16="http://schemas.microsoft.com/office/drawing/2014/main" id="{8C3CF9D3-1276-7A55-B535-19C592EE3CF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565707" y="1418126"/>
                <a:ext cx="1325278" cy="1325278"/>
              </a:xfrm>
              <a:prstGeom prst="rect">
                <a:avLst/>
              </a:prstGeom>
            </p:spPr>
          </p:pic>
          <p:pic>
            <p:nvPicPr>
              <p:cNvPr id="25" name="그림 24">
                <a:extLst>
                  <a:ext uri="{FF2B5EF4-FFF2-40B4-BE49-F238E27FC236}">
                    <a16:creationId xmlns:a16="http://schemas.microsoft.com/office/drawing/2014/main" id="{02689628-409A-D468-549C-A38C7E22FDE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94498" y="1418126"/>
                <a:ext cx="1325278" cy="1325278"/>
              </a:xfrm>
              <a:prstGeom prst="rect">
                <a:avLst/>
              </a:prstGeom>
            </p:spPr>
          </p:pic>
        </p:grpSp>
        <p:pic>
          <p:nvPicPr>
            <p:cNvPr id="38" name="그림 37">
              <a:extLst>
                <a:ext uri="{FF2B5EF4-FFF2-40B4-BE49-F238E27FC236}">
                  <a16:creationId xmlns:a16="http://schemas.microsoft.com/office/drawing/2014/main" id="{E49B6D5F-A21E-4FE1-D6B3-06440820A440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7184" y="2486611"/>
              <a:ext cx="1717631" cy="1231509"/>
            </a:xfrm>
            <a:prstGeom prst="rect">
              <a:avLst/>
            </a:prstGeom>
          </p:spPr>
        </p:pic>
      </p:grp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1472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환경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B1F2833C-41D4-F0C1-CE3D-B59EC6469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24</a:t>
            </a:fld>
            <a:endParaRPr lang="ko-KR" altLang="en-US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BC99F1C-F731-EC76-827D-0F99E6DDF0ED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642733" y="3011650"/>
            <a:ext cx="4521244" cy="3600000"/>
            <a:chOff x="6778305" y="911208"/>
            <a:chExt cx="4521244" cy="3600000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5341F86F-02E1-7467-7610-D51B04ACA7E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16200000">
              <a:off x="7238927" y="450586"/>
              <a:ext cx="3600000" cy="4521244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6E9DB3A-2048-EAB6-36B7-616D8946E83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567484" y="1036670"/>
              <a:ext cx="9428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>
                  <a:solidFill>
                    <a:schemeClr val="accent2">
                      <a:lumMod val="75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DB/</a:t>
              </a:r>
              <a:r>
                <a:rPr lang="ko-KR" altLang="en-US">
                  <a:solidFill>
                    <a:schemeClr val="accent2">
                      <a:lumMod val="75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서버</a:t>
              </a:r>
              <a:endParaRPr lang="ko-KR" altLang="en-US" dirty="0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63068263-0F23-D4D1-2D01-B8BB0B0B3292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5205" y="2435635"/>
              <a:ext cx="1381326" cy="972619"/>
            </a:xfrm>
            <a:prstGeom prst="rect">
              <a:avLst/>
            </a:prstGeom>
          </p:spPr>
        </p:pic>
        <p:pic>
          <p:nvPicPr>
            <p:cNvPr id="24" name="그림 23" descr="텍스트이(가) 표시된 사진&#10;&#10;자동 생성된 설명">
              <a:extLst>
                <a:ext uri="{FF2B5EF4-FFF2-40B4-BE49-F238E27FC236}">
                  <a16:creationId xmlns:a16="http://schemas.microsoft.com/office/drawing/2014/main" id="{A25E9556-17A4-E831-67F4-C61A2DC976E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33335" y="1513060"/>
              <a:ext cx="1211176" cy="1145111"/>
            </a:xfrm>
            <a:prstGeom prst="rect">
              <a:avLst/>
            </a:prstGeom>
          </p:spPr>
        </p:pic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661E6806-9713-7873-DCE2-E314CC616E90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98362" y="2435635"/>
              <a:ext cx="1062038" cy="1062038"/>
            </a:xfrm>
            <a:prstGeom prst="rect">
              <a:avLst/>
            </a:prstGeom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30C89C6B-B2BE-6534-7432-E60BFC145F7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60400" y="3036787"/>
              <a:ext cx="1557045" cy="1082406"/>
            </a:xfrm>
            <a:prstGeom prst="rect">
              <a:avLst/>
            </a:prstGeom>
          </p:spPr>
        </p:pic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AF433DDF-528E-1118-9B31-430149BA99C9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206657" y="3011650"/>
            <a:ext cx="4313486" cy="3600000"/>
            <a:chOff x="1206657" y="3011650"/>
            <a:chExt cx="4313486" cy="3600000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1563400" y="2654907"/>
              <a:ext cx="3600000" cy="4313486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5ABEF6-466C-8411-6B1B-E095C931311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964572" y="3466756"/>
              <a:ext cx="7473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>
                  <a:solidFill>
                    <a:schemeClr val="accent2">
                      <a:lumMod val="75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디자인</a:t>
              </a:r>
              <a:endParaRPr lang="ko-KR" altLang="en-US" dirty="0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BC4F4A47-7470-5F95-B2E9-2F4231028B9B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9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54" y="4337063"/>
              <a:ext cx="1052035" cy="1052035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2F144570-72F4-6AD5-313E-63970DDB0A8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0923" y="4337063"/>
              <a:ext cx="1052034" cy="1052034"/>
            </a:xfrm>
            <a:prstGeom prst="rect">
              <a:avLst/>
            </a:prstGeom>
          </p:spPr>
        </p:pic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F173BDA9-8514-33C4-0E0A-28677657D2F3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11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00786" y="4337063"/>
              <a:ext cx="1052035" cy="10520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18113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7A9645-787B-0FBF-7E31-70F7639FFD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36388-5B89-5E13-9EFC-F5830EF1F6B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기능 및 콘텐츠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6F07A-8481-64EF-FF64-DAAE24D04A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25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7146D0B-6384-A88A-BD5B-E8C6D82D9F2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898403" y="1524271"/>
            <a:ext cx="10455397" cy="4498022"/>
            <a:chOff x="898403" y="1524271"/>
            <a:chExt cx="10455397" cy="4498022"/>
          </a:xfrm>
        </p:grpSpPr>
        <p:sp>
          <p:nvSpPr>
            <p:cNvPr id="16" name="오각형 3">
              <a:extLst>
                <a:ext uri="{FF2B5EF4-FFF2-40B4-BE49-F238E27FC236}">
                  <a16:creationId xmlns:a16="http://schemas.microsoft.com/office/drawing/2014/main" id="{32439DA9-BCC3-453A-AB7F-A6E155193FD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8403" y="1524271"/>
              <a:ext cx="10455397" cy="4498022"/>
            </a:xfrm>
            <a:prstGeom prst="homePlat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D3B10E6-E104-471D-8D2E-2FA0DD27959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49306" y="2653442"/>
              <a:ext cx="7495874" cy="224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인바디 정보를 바탕으로 나에게 맞는 영양성분 수치 검색하고 가져오기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섭취량과 목표량을 보기 쉽게 수치화해 표시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입력된 정보를 바탕으로 수치화된 영양정보 표로 제공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이전 섭취량 기록 데이터 저장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93C424B-79A3-B0BC-53EE-BDDC68FAE2B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8403" y="1555528"/>
              <a:ext cx="482366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*</a:t>
              </a:r>
              <a:r>
                <a:rPr lang="ko-KR" altLang="en-US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나의 성분분석</a:t>
              </a:r>
              <a:endParaRPr lang="en-US" altLang="ko-KR" sz="2000">
                <a:solidFill>
                  <a:srgbClr val="C0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5482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7A9645-787B-0FBF-7E31-70F7639FFD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36388-5B89-5E13-9EFC-F5830EF1F6B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기능 및 콘텐츠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6F07A-8481-64EF-FF64-DAAE24D04A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26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7146D0B-6384-A88A-BD5B-E8C6D82D9F2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898403" y="1524271"/>
            <a:ext cx="10455397" cy="4498022"/>
            <a:chOff x="898403" y="1524271"/>
            <a:chExt cx="10455397" cy="4498022"/>
          </a:xfrm>
        </p:grpSpPr>
        <p:sp>
          <p:nvSpPr>
            <p:cNvPr id="16" name="오각형 3">
              <a:extLst>
                <a:ext uri="{FF2B5EF4-FFF2-40B4-BE49-F238E27FC236}">
                  <a16:creationId xmlns:a16="http://schemas.microsoft.com/office/drawing/2014/main" id="{32439DA9-BCC3-453A-AB7F-A6E155193FD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8403" y="1524271"/>
              <a:ext cx="10455397" cy="4498022"/>
            </a:xfrm>
            <a:prstGeom prst="homePlat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D3B10E6-E104-471D-8D2E-2FA0DD27959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49305" y="2653442"/>
              <a:ext cx="8818151" cy="224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기록할 때마다 실시간으로 변하는 영양성분 섭취량과 남은 양을 눈에 보기 쉽게 표시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나에게 맞는 음식인지 알려줌</a:t>
              </a:r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알러지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사용하면서 쌓인 데이터를 분석하여 이용자에게 더 적합한 맟춤형 식당 제공 </a:t>
              </a:r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(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보류</a:t>
              </a:r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)</a:t>
              </a:r>
            </a:p>
            <a:p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체형에 맞게 영향성분 분석 및 남은 하루 권장 영향 성분 권장량 계산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93C424B-79A3-B0BC-53EE-BDDC68FAE2B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8403" y="1555528"/>
              <a:ext cx="482366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*</a:t>
              </a:r>
              <a:r>
                <a:rPr lang="ko-KR" altLang="en-US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영양성분</a:t>
              </a:r>
              <a:endParaRPr lang="en-US" altLang="ko-KR" sz="2000">
                <a:solidFill>
                  <a:srgbClr val="C0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1644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7A9645-787B-0FBF-7E31-70F7639FFD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36388-5B89-5E13-9EFC-F5830EF1F6B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기능 및 콘텐츠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6F07A-8481-64EF-FF64-DAAE24D04A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27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7146D0B-6384-A88A-BD5B-E8C6D82D9F2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898403" y="1524271"/>
            <a:ext cx="10455397" cy="4498022"/>
            <a:chOff x="898403" y="1524271"/>
            <a:chExt cx="10455397" cy="4498022"/>
          </a:xfrm>
        </p:grpSpPr>
        <p:sp>
          <p:nvSpPr>
            <p:cNvPr id="16" name="오각형 3">
              <a:extLst>
                <a:ext uri="{FF2B5EF4-FFF2-40B4-BE49-F238E27FC236}">
                  <a16:creationId xmlns:a16="http://schemas.microsoft.com/office/drawing/2014/main" id="{32439DA9-BCC3-453A-AB7F-A6E155193FD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8403" y="1524271"/>
              <a:ext cx="10455397" cy="4498022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D3B10E6-E104-471D-8D2E-2FA0DD27959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67525" y="2803786"/>
              <a:ext cx="8709094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메뉴판 혹은 음식제품의 큐알 코드 스캔시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 음식에 들어가는 성분들을 분석해 수치화된 </a:t>
              </a:r>
              <a:endParaRPr lang="en-US" altLang="ko-KR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영양정보를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AR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로 제공 및 나의 체질에 맞는 가장 좋은 메뉴 추천</a:t>
              </a:r>
              <a:endParaRPr lang="en-US" altLang="ko-KR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인바디 결과를 토대로 섭취한 양에 따른 값 변화를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AR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화면에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UI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로 표시</a:t>
              </a:r>
              <a:endParaRPr lang="en-US" altLang="ko-KR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메뉴판 음식 클릭 시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실제 음식 사이즈를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AR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로 미리 확인할 수 있게 배치 기능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.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93C424B-79A3-B0BC-53EE-BDDC68FAE2B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8403" y="1555528"/>
              <a:ext cx="482366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rgbClr val="FF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*AR</a:t>
              </a:r>
              <a:r>
                <a:rPr lang="ko-KR" altLang="en-US" sz="2000">
                  <a:solidFill>
                    <a:srgbClr val="FF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구현</a:t>
              </a:r>
              <a:endParaRPr lang="en-US" altLang="ko-KR" sz="2000">
                <a:solidFill>
                  <a:srgbClr val="FF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8810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27FC7C8F-065E-310A-2A2E-97113646C2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7354" y="835707"/>
            <a:ext cx="11817292" cy="577991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srgbClr val="6D8CAC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3175B6-0AC0-9EA7-2ED3-674ED30C0CA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시스템 구성도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pic>
        <p:nvPicPr>
          <p:cNvPr id="9" name="그림 8" descr="텍스트, 표지판이(가) 표시된 사진&#10;&#10;자동 생성된 설명">
            <a:extLst>
              <a:ext uri="{FF2B5EF4-FFF2-40B4-BE49-F238E27FC236}">
                <a16:creationId xmlns:a16="http://schemas.microsoft.com/office/drawing/2014/main" id="{F001C84B-4AFD-8723-2813-B41658218EB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1918" y="2098128"/>
            <a:ext cx="1357313" cy="1357313"/>
          </a:xfrm>
          <a:prstGeom prst="rect">
            <a:avLst/>
          </a:prstGeom>
        </p:spPr>
      </p:pic>
      <p:pic>
        <p:nvPicPr>
          <p:cNvPr id="12" name="그림 11" descr="텍스트이(가) 표시된 사진&#10;&#10;자동 생성된 설명">
            <a:extLst>
              <a:ext uri="{FF2B5EF4-FFF2-40B4-BE49-F238E27FC236}">
                <a16:creationId xmlns:a16="http://schemas.microsoft.com/office/drawing/2014/main" id="{CDD3EA82-F654-FC98-0B6A-9AC7F9EBA5C6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0099" y="2158686"/>
            <a:ext cx="1211176" cy="1145111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1AFB44E-895D-7BEE-02F2-4E5C3D78F4AF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>
            <a:off x="6433849" y="2786710"/>
            <a:ext cx="175274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326E203-CBE5-B9C3-0C26-3DA27E35125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71050" y="2014135"/>
            <a:ext cx="20964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 데이터 입력</a:t>
            </a: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5236D235-AEDE-0382-FDC9-DB1635ADE4E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742925" y="2442341"/>
            <a:ext cx="175274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FF28709-06F7-7398-B8CC-ADD46BE2CC8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91796" y="2903687"/>
            <a:ext cx="20964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인바디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데이터 전달</a:t>
            </a:r>
          </a:p>
        </p:txBody>
      </p:sp>
      <p:pic>
        <p:nvPicPr>
          <p:cNvPr id="36" name="그래픽 35" descr="사용자 윤곽선">
            <a:extLst>
              <a:ext uri="{FF2B5EF4-FFF2-40B4-BE49-F238E27FC236}">
                <a16:creationId xmlns:a16="http://schemas.microsoft.com/office/drawing/2014/main" id="{B0D20066-F1EE-E060-3675-D2DC7D7FDAF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28525" y="2121939"/>
            <a:ext cx="914400" cy="914400"/>
          </a:xfrm>
          <a:prstGeom prst="rect">
            <a:avLst/>
          </a:prstGeom>
        </p:spPr>
      </p:pic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B988FB18-DF33-1B56-E9D0-12AD60FDBD6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433850" y="2442341"/>
            <a:ext cx="175274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554933F5-358E-2B24-CB97-963743A6954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61973" y="1995119"/>
            <a:ext cx="20964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인바디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데이터 연동</a:t>
            </a: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96DC1A03-03B5-ED2F-8921-EA844558008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>
            <a:off x="3742924" y="2786710"/>
            <a:ext cx="175274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AC97E81-3DB2-0EFA-8D99-88E9DC3BC80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655602" y="2855359"/>
            <a:ext cx="19529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성분 분석 및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인바디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결과 확인</a:t>
            </a:r>
          </a:p>
        </p:txBody>
      </p:sp>
      <p:pic>
        <p:nvPicPr>
          <p:cNvPr id="42" name="그래픽 41" descr="데이터베이스 윤곽선">
            <a:extLst>
              <a:ext uri="{FF2B5EF4-FFF2-40B4-BE49-F238E27FC236}">
                <a16:creationId xmlns:a16="http://schemas.microsoft.com/office/drawing/2014/main" id="{7C93361B-D9F5-DFF8-64E9-B74CB51EAD3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93374" y="4656105"/>
            <a:ext cx="914400" cy="914400"/>
          </a:xfrm>
          <a:prstGeom prst="rect">
            <a:avLst/>
          </a:prstGeom>
        </p:spPr>
      </p:pic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25C636C-C15A-D930-8782-76E932D0E971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V="1">
            <a:off x="5938550" y="3563245"/>
            <a:ext cx="0" cy="995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89C9C1A6-73CF-1EE1-7B90-BF5D83AA05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982730" y="3744017"/>
            <a:ext cx="13573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 추천 수 데이터 정보</a:t>
            </a:r>
          </a:p>
        </p:txBody>
      </p:sp>
    </p:spTree>
    <p:extLst>
      <p:ext uri="{BB962C8B-B14F-4D97-AF65-F5344CB8AC3E}">
        <p14:creationId xmlns:p14="http://schemas.microsoft.com/office/powerpoint/2010/main" val="2212211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7862B3F7-5E25-A7FD-40E4-E5950191F79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7800" y="830510"/>
            <a:ext cx="11845255" cy="57986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srgbClr val="6D8CAC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5BB24B-4520-62AE-119A-9AB8CF3BF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서비스 흐름도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D11DC64-A7F6-2E3D-8E16-E4222A90EED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114926" y="1438275"/>
            <a:ext cx="2695574" cy="6000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난 배가 고프다 앱</a:t>
            </a: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4CD4C5BE-883C-720E-C356-E2FF584167D0}"/>
              </a:ext>
            </a:extLst>
          </p:cNvPr>
          <p:cNvCxnSpPr>
            <a:cxnSpLocks noGrp="1" noRot="1" noMove="1" noResize="1" noEditPoints="1" noAdjustHandles="1" noChangeArrowheads="1" noChangeShapeType="1"/>
            <a:stCxn id="2" idx="2"/>
            <a:endCxn id="15" idx="0"/>
          </p:cNvCxnSpPr>
          <p:nvPr/>
        </p:nvCxnSpPr>
        <p:spPr>
          <a:xfrm>
            <a:off x="6462713" y="2038350"/>
            <a:ext cx="0" cy="12576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4BD3B3-2508-CF7C-3F1A-DF0A2DDACB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88819" y="3295991"/>
            <a:ext cx="1347787" cy="6000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홈</a:t>
            </a: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1E1A2258-E9CF-C6EC-A69F-52E0FAB7A557}"/>
              </a:ext>
            </a:extLst>
          </p:cNvPr>
          <p:cNvCxnSpPr>
            <a:cxnSpLocks noGrp="1" noRot="1" noMove="1" noResize="1" noEditPoints="1" noAdjustHandles="1" noChangeArrowheads="1" noChangeShapeType="1"/>
            <a:endCxn id="20" idx="0"/>
          </p:cNvCxnSpPr>
          <p:nvPr/>
        </p:nvCxnSpPr>
        <p:spPr>
          <a:xfrm rot="10800000" flipV="1">
            <a:off x="5055395" y="2289514"/>
            <a:ext cx="1407318" cy="17441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1DC49BD-A07F-E608-95DA-0D1ABDBA667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381501" y="2463928"/>
            <a:ext cx="1347787" cy="6000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로그인</a:t>
            </a:r>
          </a:p>
        </p:txBody>
      </p: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364C22B8-36C5-6855-F405-A4143032A796}"/>
              </a:ext>
            </a:extLst>
          </p:cNvPr>
          <p:cNvCxnSpPr>
            <a:cxnSpLocks noGrp="1" noRot="1" noMove="1" noResize="1" noEditPoints="1" noAdjustHandles="1" noChangeArrowheads="1" noChangeShapeType="1"/>
            <a:endCxn id="24" idx="0"/>
          </p:cNvCxnSpPr>
          <p:nvPr/>
        </p:nvCxnSpPr>
        <p:spPr>
          <a:xfrm>
            <a:off x="6462712" y="2289513"/>
            <a:ext cx="1423181" cy="17441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739795C-27D8-F5FD-5448-0DC59DBA3C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211999" y="2463928"/>
            <a:ext cx="1347787" cy="6000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회원가입</a:t>
            </a:r>
          </a:p>
        </p:txBody>
      </p: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B6F0BE74-3D12-717A-5CA7-BC291ED3CFB1}"/>
              </a:ext>
            </a:extLst>
          </p:cNvPr>
          <p:cNvCxnSpPr>
            <a:cxnSpLocks noGrp="1" noRot="1" noMove="1" noResize="1" noEditPoints="1" noAdjustHandles="1" noChangeArrowheads="1" noChangeShapeType="1"/>
            <a:stCxn id="15" idx="2"/>
            <a:endCxn id="30" idx="0"/>
          </p:cNvCxnSpPr>
          <p:nvPr/>
        </p:nvCxnSpPr>
        <p:spPr>
          <a:xfrm rot="5400000">
            <a:off x="5076825" y="3110254"/>
            <a:ext cx="600076" cy="2171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0B869F8-2D2C-9903-9F5B-D8B2893183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17119" y="4496142"/>
            <a:ext cx="1347787" cy="6000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AB3722D-22FF-CE9A-2FD4-0214F022498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88819" y="4496142"/>
            <a:ext cx="1347787" cy="6000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섭취량 확인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FD87539-E47E-0FE2-316F-81DFA12C5D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960519" y="4496142"/>
            <a:ext cx="1347787" cy="6000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마이페이지</a:t>
            </a:r>
          </a:p>
        </p:txBody>
      </p: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4E269F46-243B-C784-2F0E-1589A13C7C47}"/>
              </a:ext>
            </a:extLst>
          </p:cNvPr>
          <p:cNvCxnSpPr>
            <a:cxnSpLocks noGrp="1" noRot="1" noMove="1" noResize="1" noEditPoints="1" noAdjustHandles="1" noChangeArrowheads="1" noChangeShapeType="1"/>
            <a:endCxn id="34" idx="0"/>
          </p:cNvCxnSpPr>
          <p:nvPr/>
        </p:nvCxnSpPr>
        <p:spPr>
          <a:xfrm>
            <a:off x="6462712" y="4196104"/>
            <a:ext cx="2171701" cy="30003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9EBA34C7-8C59-C4E0-EAE8-EE30341B6ECD}"/>
              </a:ext>
            </a:extLst>
          </p:cNvPr>
          <p:cNvCxnSpPr>
            <a:cxnSpLocks noGrp="1" noRot="1" noMove="1" noResize="1" noEditPoints="1" noAdjustHandles="1" noChangeArrowheads="1" noChangeShapeType="1"/>
            <a:endCxn id="33" idx="0"/>
          </p:cNvCxnSpPr>
          <p:nvPr/>
        </p:nvCxnSpPr>
        <p:spPr>
          <a:xfrm flipH="1">
            <a:off x="6462713" y="4189302"/>
            <a:ext cx="4761" cy="3068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EFBC9F41-7F62-0B05-5C78-85A2C93765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592389" y="5626688"/>
            <a:ext cx="1347787" cy="6000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간편 음식 분석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C7646CD7-28C4-97F1-41F7-300CD4321B4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702969" y="5626688"/>
            <a:ext cx="1347787" cy="6000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메뉴판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분석</a:t>
            </a:r>
          </a:p>
        </p:txBody>
      </p:sp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FB48DADE-B926-CAEB-5B9F-C5BD16FDAEBA}"/>
              </a:ext>
            </a:extLst>
          </p:cNvPr>
          <p:cNvCxnSpPr>
            <a:cxnSpLocks noGrp="1" noRot="1" noMove="1" noResize="1" noEditPoints="1" noAdjustHandles="1" noChangeArrowheads="1" noChangeShapeType="1"/>
            <a:stCxn id="30" idx="2"/>
            <a:endCxn id="42" idx="0"/>
          </p:cNvCxnSpPr>
          <p:nvPr/>
        </p:nvCxnSpPr>
        <p:spPr>
          <a:xfrm rot="5400000">
            <a:off x="3513413" y="4849087"/>
            <a:ext cx="530471" cy="10247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연결선: 꺾임 46">
            <a:extLst>
              <a:ext uri="{FF2B5EF4-FFF2-40B4-BE49-F238E27FC236}">
                <a16:creationId xmlns:a16="http://schemas.microsoft.com/office/drawing/2014/main" id="{4A95BB42-F1E1-FFEA-8AD0-75D0560D7D95}"/>
              </a:ext>
            </a:extLst>
          </p:cNvPr>
          <p:cNvCxnSpPr>
            <a:cxnSpLocks noGrp="1" noRot="1" noMove="1" noResize="1" noEditPoints="1" noAdjustHandles="1" noChangeArrowheads="1" noChangeShapeType="1"/>
            <a:stCxn id="30" idx="2"/>
            <a:endCxn id="43" idx="0"/>
          </p:cNvCxnSpPr>
          <p:nvPr/>
        </p:nvCxnSpPr>
        <p:spPr>
          <a:xfrm rot="16200000" flipH="1">
            <a:off x="4568703" y="4818527"/>
            <a:ext cx="530471" cy="10858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7350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994963E-0FB4-0630-99CD-87C9BDEBBFD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9391" y="835707"/>
            <a:ext cx="11845254" cy="578510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srgbClr val="6D8CAC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0642E0-F60C-7A50-397B-192F5AEA715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D8832C4-F088-6EE5-CB79-BC2A7C0A24E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694" y="520331"/>
            <a:ext cx="3796886" cy="6328144"/>
          </a:xfrm>
          <a:prstGeom prst="rect">
            <a:avLst/>
          </a:prstGeom>
        </p:spPr>
      </p:pic>
      <p:pic>
        <p:nvPicPr>
          <p:cNvPr id="9" name="그림 8" descr="텍스트, 모니터, 화면이(가) 표시된 사진&#10;&#10;자동 생성된 설명">
            <a:extLst>
              <a:ext uri="{FF2B5EF4-FFF2-40B4-BE49-F238E27FC236}">
                <a16:creationId xmlns:a16="http://schemas.microsoft.com/office/drawing/2014/main" id="{E5B93231-F762-D9D5-3F5E-1117E47180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713" y="520331"/>
            <a:ext cx="3796887" cy="632814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2562F30-6F64-BD20-0443-E8B44C63C30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343" y="1546769"/>
            <a:ext cx="4182552" cy="281389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898C5B8-0BEA-81FF-0ADA-F2EC62EBB31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66286" y="4428908"/>
            <a:ext cx="18446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InBody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Cloud Server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연동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42B1DE-6354-7673-D601-786F51922A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914350" y="5956240"/>
            <a:ext cx="1669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InBody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로그인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87D117-FEFE-6FC5-6E11-9496F40EF84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124937" y="5958111"/>
            <a:ext cx="193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InBody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3076298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32C8B93-6BC0-5FDF-4A37-83955F95F29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9391" y="830510"/>
            <a:ext cx="11845254" cy="57955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srgbClr val="6D8CAC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63722A-45C0-DA96-8D10-A88D88E14E0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-AR/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 화면 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CC791C-33C7-6FFD-2388-5C8E6A99D10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13065" y="2194032"/>
            <a:ext cx="421127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-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로그인 성공 시 인바디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측정 기록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목표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C9CACF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 화면으로 넘어감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C9CACF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-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화면 하단부에는 홈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확인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섭취량 확인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마이페이지로 구성됨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C9CACF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-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인바디 아래의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+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버튼 클릭 시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인바디를 측정할 수 있는 화면으로 이동함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</a:t>
            </a:r>
            <a:endParaRPr kumimoji="0" lang="ko-KR" altLang="en-US" sz="2000" b="0" i="0" u="none" strike="noStrike" kern="1200" cap="none" spc="0" normalizeH="0" baseline="0" noProof="0">
              <a:ln>
                <a:noFill/>
              </a:ln>
              <a:solidFill>
                <a:srgbClr val="C9CACF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7F8F78-E878-46E8-7B8E-3F2DA4D746C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173986" y="5742118"/>
            <a:ext cx="1105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초기화면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6028BB-D298-DD97-DAE0-D7C094C33F4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415244" y="5742118"/>
            <a:ext cx="169177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+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버튼 클릭 시</a:t>
            </a:r>
          </a:p>
        </p:txBody>
      </p:sp>
      <p:pic>
        <p:nvPicPr>
          <p:cNvPr id="14" name="그림 13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28B9E623-14FD-599E-CDE0-EC170ED93AB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4483" y="396968"/>
            <a:ext cx="3471065" cy="578510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28BE1E5-4293-4ABA-AC4B-6887D0E4484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855747" y="5128444"/>
            <a:ext cx="17621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t>홈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A77359-052C-908A-B419-FA3844B3F71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089505" y="5128444"/>
            <a:ext cx="63745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t>AR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t>음식성분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FDAAB0-30D5-4089-2001-83783DDF128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535086" y="5128444"/>
            <a:ext cx="63745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t>섭취량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F8F9C4-A78C-654B-B3B6-BB3F4AB02D2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050424" y="5128444"/>
            <a:ext cx="63745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t>마이페이지</a:t>
            </a:r>
          </a:p>
        </p:txBody>
      </p:sp>
      <p:pic>
        <p:nvPicPr>
          <p:cNvPr id="20" name="그림 19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532C76DD-E179-2EB6-2F03-42F6F0167D5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7880" y="449335"/>
            <a:ext cx="3521641" cy="5795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002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213C91C-166F-499B-1543-6482AA6C2A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9391" y="830510"/>
            <a:ext cx="11845254" cy="579030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-8564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63722A-45C0-DA96-8D10-A88D88E14E0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71098098-9B15-6F8A-5A88-9A4C8CCA6FB2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396875" y="479662"/>
            <a:ext cx="12663010" cy="6935439"/>
            <a:chOff x="-454025" y="498712"/>
            <a:chExt cx="12663010" cy="6935439"/>
          </a:xfrm>
        </p:grpSpPr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3EAFC5C9-3AF0-513F-2149-CC2CE3C084F3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454025" y="523467"/>
              <a:ext cx="9502174" cy="6910684"/>
              <a:chOff x="88900" y="523467"/>
              <a:chExt cx="9502174" cy="6910684"/>
            </a:xfrm>
          </p:grpSpPr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1F2D75A6-0916-A0E0-D1D6-F669BC30ABB5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88900" y="523467"/>
                <a:ext cx="9502174" cy="6910684"/>
                <a:chOff x="332738" y="338801"/>
                <a:chExt cx="9502174" cy="6910684"/>
              </a:xfrm>
            </p:grpSpPr>
            <p:grpSp>
              <p:nvGrpSpPr>
                <p:cNvPr id="30" name="그룹 29">
                  <a:extLst>
                    <a:ext uri="{FF2B5EF4-FFF2-40B4-BE49-F238E27FC236}">
                      <a16:creationId xmlns:a16="http://schemas.microsoft.com/office/drawing/2014/main" id="{38A4C333-8A69-BFE9-19E7-9AD0CEF6ABAB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332738" y="391486"/>
                  <a:ext cx="4607293" cy="6857999"/>
                  <a:chOff x="5591091" y="363304"/>
                  <a:chExt cx="4607293" cy="6857999"/>
                </a:xfrm>
              </p:grpSpPr>
              <p:pic>
                <p:nvPicPr>
                  <p:cNvPr id="41" name="그림 40" descr="텍스트, 액세서리이(가) 표시된 사진&#10;&#10;자동 생성된 설명">
                    <a:extLst>
                      <a:ext uri="{FF2B5EF4-FFF2-40B4-BE49-F238E27FC236}">
                        <a16:creationId xmlns:a16="http://schemas.microsoft.com/office/drawing/2014/main" id="{5A1D11A6-E2A8-903F-EDC7-0339059842EB}"/>
                      </a:ext>
                    </a:extLst>
                  </p:cNvPr>
                  <p:cNvPicPr>
                    <a:picLocks noGrp="1" noRot="1" noChangeAspect="1" noMove="1" noResize="1" noEditPoints="1" noAdjustHandles="1" noChangeArrowheads="1" noChangeShapeType="1" noCrop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91091" y="363304"/>
                    <a:ext cx="3807724" cy="6857999"/>
                  </a:xfrm>
                  <a:prstGeom prst="rect">
                    <a:avLst/>
                  </a:prstGeom>
                </p:spPr>
              </p:pic>
              <p:sp>
                <p:nvSpPr>
                  <p:cNvPr id="42" name="직사각형 41">
                    <a:extLst>
                      <a:ext uri="{FF2B5EF4-FFF2-40B4-BE49-F238E27FC236}">
                        <a16:creationId xmlns:a16="http://schemas.microsoft.com/office/drawing/2014/main" id="{B886FAB6-4DF8-4A20-4870-9B9B9BA6E872}"/>
                      </a:ext>
                    </a:extLst>
                  </p:cNvPr>
                  <p:cNvSpPr>
                    <a:spLocks noGrp="1" noRot="1" noMove="1" noResize="1" noEditPoints="1" noAdjustHandles="1" noChangeArrowheads="1" noChangeShapeType="1"/>
                  </p:cNvSpPr>
                  <p:nvPr/>
                </p:nvSpPr>
                <p:spPr>
                  <a:xfrm>
                    <a:off x="6751815" y="3354854"/>
                    <a:ext cx="409575" cy="433795"/>
                  </a:xfrm>
                  <a:prstGeom prst="rect">
                    <a:avLst/>
                  </a:prstGeom>
                  <a:solidFill>
                    <a:srgbClr val="21345C">
                      <a:alpha val="0"/>
                    </a:srgbClr>
                  </a:solidFill>
                  <a:ln w="1905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1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마루 부리 Beta"/>
                      <a:cs typeface="+mn-cs"/>
                    </a:endParaRPr>
                  </a:p>
                </p:txBody>
              </p:sp>
              <p:cxnSp>
                <p:nvCxnSpPr>
                  <p:cNvPr id="43" name="연결선: 꺾임 42">
                    <a:extLst>
                      <a:ext uri="{FF2B5EF4-FFF2-40B4-BE49-F238E27FC236}">
                        <a16:creationId xmlns:a16="http://schemas.microsoft.com/office/drawing/2014/main" id="{8DE2DCB5-C879-8BD1-83E7-ED09720B4C06}"/>
                      </a:ext>
                    </a:extLst>
                  </p:cNvPr>
                  <p:cNvCxnSpPr>
                    <a:cxnSpLocks noGrp="1" noRot="1" noMove="1" noResize="1" noEditPoints="1" noAdjustHandles="1" noChangeArrowheads="1" noChangeShapeType="1"/>
                    <a:stCxn id="42" idx="0"/>
                    <a:endCxn id="44" idx="1"/>
                  </p:cNvCxnSpPr>
                  <p:nvPr/>
                </p:nvCxnSpPr>
                <p:spPr>
                  <a:xfrm rot="5400000" flipH="1" flipV="1">
                    <a:off x="7586564" y="2127905"/>
                    <a:ext cx="596989" cy="1856911"/>
                  </a:xfrm>
                  <a:prstGeom prst="bentConnector2">
                    <a:avLst/>
                  </a:prstGeom>
                  <a:ln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7B44F393-645A-59F5-C3D2-14C46C4A091B}"/>
                      </a:ext>
                    </a:extLst>
                  </p:cNvPr>
                  <p:cNvSpPr txBox="1">
                    <a:spLocks noGrp="1" noRot="1" noMove="1" noResize="1" noEditPoints="1" noAdjustHandles="1" noChangeArrowheads="1" noChangeShapeType="1"/>
                  </p:cNvSpPr>
                  <p:nvPr/>
                </p:nvSpPr>
                <p:spPr>
                  <a:xfrm>
                    <a:off x="8813514" y="2557810"/>
                    <a:ext cx="1384870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1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휴먼매직체" panose="02030504000101010101" pitchFamily="18" charset="-127"/>
                        <a:ea typeface="휴먼매직체" panose="02030504000101010101" pitchFamily="18" charset="-127"/>
                        <a:cs typeface="+mn-cs"/>
                      </a:rPr>
                      <a:t>QR</a:t>
                    </a:r>
                    <a:r>
                      <a:rPr kumimoji="0" lang="ko-KR" alt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휴먼매직체" panose="02030504000101010101" pitchFamily="18" charset="-127"/>
                        <a:ea typeface="휴먼매직체" panose="02030504000101010101" pitchFamily="18" charset="-127"/>
                        <a:cs typeface="+mn-cs"/>
                      </a:rPr>
                      <a:t>코드 스캔</a:t>
                    </a:r>
                  </a:p>
                </p:txBody>
              </p:sp>
            </p:grpSp>
            <p:grpSp>
              <p:nvGrpSpPr>
                <p:cNvPr id="31" name="그룹 30">
                  <a:extLst>
                    <a:ext uri="{FF2B5EF4-FFF2-40B4-BE49-F238E27FC236}">
                      <a16:creationId xmlns:a16="http://schemas.microsoft.com/office/drawing/2014/main" id="{1B62BCDB-8AEF-A4D9-2A89-356263D23596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4779159" y="338801"/>
                  <a:ext cx="3807724" cy="6857999"/>
                  <a:chOff x="347934" y="90066"/>
                  <a:chExt cx="3807724" cy="6857999"/>
                </a:xfrm>
              </p:grpSpPr>
              <p:pic>
                <p:nvPicPr>
                  <p:cNvPr id="39" name="그림 38" descr="텍스트, 액세서리이(가) 표시된 사진&#10;&#10;자동 생성된 설명">
                    <a:extLst>
                      <a:ext uri="{FF2B5EF4-FFF2-40B4-BE49-F238E27FC236}">
                        <a16:creationId xmlns:a16="http://schemas.microsoft.com/office/drawing/2014/main" id="{B77326F5-7978-917E-124A-A46EC918B376}"/>
                      </a:ext>
                    </a:extLst>
                  </p:cNvPr>
                  <p:cNvPicPr>
                    <a:picLocks noGrp="1" noRot="1" noChangeAspect="1" noMove="1" noResize="1" noEditPoints="1" noAdjustHandles="1" noChangeArrowheads="1" noChangeShapeType="1" noCrop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47934" y="90066"/>
                    <a:ext cx="3807724" cy="6857999"/>
                  </a:xfrm>
                  <a:prstGeom prst="rect">
                    <a:avLst/>
                  </a:prstGeom>
                </p:spPr>
              </p:pic>
              <p:pic>
                <p:nvPicPr>
                  <p:cNvPr id="40" name="그림 39">
                    <a:extLst>
                      <a:ext uri="{FF2B5EF4-FFF2-40B4-BE49-F238E27FC236}">
                        <a16:creationId xmlns:a16="http://schemas.microsoft.com/office/drawing/2014/main" id="{CA3EB044-31A0-AE49-282B-9BC0073EF523}"/>
                      </a:ext>
                    </a:extLst>
                  </p:cNvPr>
                  <p:cNvPicPr>
                    <a:picLocks noGrp="1" noRot="1" noChangeAspect="1" noMove="1" noResize="1" noEditPoints="1" noAdjustHandles="1" noChangeArrowheads="1" noChangeShapeType="1" noCrop="1"/>
                  </p:cNvPicPr>
                  <p:nvPr/>
                </p:nvPicPr>
                <p:blipFill>
                  <a:blip r:embed="rId3" cstate="screen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149112" y="1182869"/>
                    <a:ext cx="2175276" cy="362546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32" name="직사각형 31">
                  <a:extLst>
                    <a:ext uri="{FF2B5EF4-FFF2-40B4-BE49-F238E27FC236}">
                      <a16:creationId xmlns:a16="http://schemas.microsoft.com/office/drawing/2014/main" id="{96179832-A853-BAE6-BF86-D9CA21A76602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5978367" y="2433895"/>
                  <a:ext cx="1167433" cy="1694894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마루 부리 Beta"/>
                    <a:cs typeface="+mn-cs"/>
                  </a:endParaRPr>
                </a:p>
              </p:txBody>
            </p:sp>
            <p:cxnSp>
              <p:nvCxnSpPr>
                <p:cNvPr id="33" name="연결선: 꺾임 32">
                  <a:extLst>
                    <a:ext uri="{FF2B5EF4-FFF2-40B4-BE49-F238E27FC236}">
                      <a16:creationId xmlns:a16="http://schemas.microsoft.com/office/drawing/2014/main" id="{0F337722-2ECA-C6C6-DA47-0D1F9176B1FC}"/>
                    </a:ext>
                  </a:extLst>
                </p:cNvPr>
                <p:cNvCxnSpPr>
                  <a:cxnSpLocks noGrp="1" noRot="1" noMove="1" noResize="1" noEditPoints="1" noAdjustHandles="1" noChangeArrowheads="1" noChangeShapeType="1"/>
                  <a:stCxn id="34" idx="0"/>
                  <a:endCxn id="36" idx="1"/>
                </p:cNvCxnSpPr>
                <p:nvPr/>
              </p:nvCxnSpPr>
              <p:spPr>
                <a:xfrm rot="5400000" flipH="1" flipV="1">
                  <a:off x="7187417" y="1332734"/>
                  <a:ext cx="235889" cy="1297190"/>
                </a:xfrm>
                <a:prstGeom prst="bentConnector2">
                  <a:avLst/>
                </a:prstGeom>
                <a:ln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직사각형 33">
                  <a:extLst>
                    <a:ext uri="{FF2B5EF4-FFF2-40B4-BE49-F238E27FC236}">
                      <a16:creationId xmlns:a16="http://schemas.microsoft.com/office/drawing/2014/main" id="{42CB639D-7BC8-1871-F128-BEB035DA1DAD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5977799" y="2099273"/>
                  <a:ext cx="1357933" cy="334622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마루 부리 Beta"/>
                    <a:cs typeface="+mn-cs"/>
                  </a:endParaRPr>
                </a:p>
              </p:txBody>
            </p:sp>
            <p:sp>
              <p:nvSpPr>
                <p:cNvPr id="35" name="직사각형 34">
                  <a:extLst>
                    <a:ext uri="{FF2B5EF4-FFF2-40B4-BE49-F238E27FC236}">
                      <a16:creationId xmlns:a16="http://schemas.microsoft.com/office/drawing/2014/main" id="{BDAB856B-7059-2714-D12D-10FE0033723B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5925195" y="4128790"/>
                  <a:ext cx="1511497" cy="296826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마루 부리 Beta"/>
                    <a:cs typeface="+mn-cs"/>
                  </a:endParaRPr>
                </a:p>
              </p:txBody>
            </p: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8A281AF-FE85-6B5A-4256-313AA458DFF5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7953956" y="1509441"/>
                  <a:ext cx="1880956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휴먼매직체" panose="02030504000101010101" pitchFamily="18" charset="-127"/>
                      <a:ea typeface="휴먼매직체" panose="02030504000101010101" pitchFamily="18" charset="-127"/>
                      <a:cs typeface="+mn-cs"/>
                    </a:rPr>
                    <a:t>검색으로 원하는 성분 확인가능</a:t>
                  </a:r>
                </a:p>
              </p:txBody>
            </p:sp>
            <p:cxnSp>
              <p:nvCxnSpPr>
                <p:cNvPr id="37" name="연결선: 꺾임 36">
                  <a:extLst>
                    <a:ext uri="{FF2B5EF4-FFF2-40B4-BE49-F238E27FC236}">
                      <a16:creationId xmlns:a16="http://schemas.microsoft.com/office/drawing/2014/main" id="{E88EC9C3-4094-20C4-D37D-708ACD9331C2}"/>
                    </a:ext>
                  </a:extLst>
                </p:cNvPr>
                <p:cNvCxnSpPr>
                  <a:cxnSpLocks noGrp="1" noRot="1" noMove="1" noResize="1" noEditPoints="1" noAdjustHandles="1" noChangeArrowheads="1" noChangeShapeType="1"/>
                  <a:endCxn id="38" idx="1"/>
                </p:cNvCxnSpPr>
                <p:nvPr/>
              </p:nvCxnSpPr>
              <p:spPr>
                <a:xfrm rot="16200000" flipH="1">
                  <a:off x="6918532" y="3715754"/>
                  <a:ext cx="291904" cy="1730021"/>
                </a:xfrm>
                <a:prstGeom prst="bentConnector2">
                  <a:avLst/>
                </a:prstGeom>
                <a:ln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7F47D0B4-4E1B-F7DD-8D9F-92F5F45C2E5D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7929495" y="4526662"/>
                  <a:ext cx="1880956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휴먼매직체" panose="02030504000101010101" pitchFamily="18" charset="-127"/>
                      <a:ea typeface="휴먼매직체" panose="02030504000101010101" pitchFamily="18" charset="-127"/>
                      <a:cs typeface="+mn-cs"/>
                    </a:rPr>
                    <a:t>원하는 기능 선택</a:t>
                  </a:r>
                </a:p>
              </p:txBody>
            </p:sp>
          </p:grpSp>
          <p:cxnSp>
            <p:nvCxnSpPr>
              <p:cNvPr id="45" name="연결선: 꺾임 44">
                <a:extLst>
                  <a:ext uri="{FF2B5EF4-FFF2-40B4-BE49-F238E27FC236}">
                    <a16:creationId xmlns:a16="http://schemas.microsoft.com/office/drawing/2014/main" id="{E0AEC102-A498-5132-F9DD-BF8B662BA9C0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44" idx="2"/>
              </p:cNvCxnSpPr>
              <p:nvPr/>
            </p:nvCxnSpPr>
            <p:spPr>
              <a:xfrm rot="16200000" flipH="1">
                <a:off x="4703178" y="2471348"/>
                <a:ext cx="195766" cy="1594606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6" name="그림 55" descr="텍스트, 액세서리이(가) 표시된 사진&#10;&#10;자동 생성된 설명">
              <a:extLst>
                <a:ext uri="{FF2B5EF4-FFF2-40B4-BE49-F238E27FC236}">
                  <a16:creationId xmlns:a16="http://schemas.microsoft.com/office/drawing/2014/main" id="{07BF61B8-0877-AE57-AF72-164377B33A70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01261" y="498712"/>
              <a:ext cx="3807724" cy="6857999"/>
            </a:xfrm>
            <a:prstGeom prst="rect">
              <a:avLst/>
            </a:prstGeom>
          </p:spPr>
        </p:pic>
        <p:pic>
          <p:nvPicPr>
            <p:cNvPr id="50" name="그림 49">
              <a:extLst>
                <a:ext uri="{FF2B5EF4-FFF2-40B4-BE49-F238E27FC236}">
                  <a16:creationId xmlns:a16="http://schemas.microsoft.com/office/drawing/2014/main" id="{BFCACAEC-5C0A-9C1E-9164-62AFE67C829C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94996" y="1800449"/>
              <a:ext cx="3018266" cy="503044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19825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27FC7C8F-065E-310A-2A2E-97113646C2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7354" y="835707"/>
            <a:ext cx="11817292" cy="577991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A5949A-B189-68B9-7839-152E3CE2463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pic>
        <p:nvPicPr>
          <p:cNvPr id="9" name="그림 8" descr="텍스트이(가) 표시된 사진&#10;&#10;자동 생성된 설명">
            <a:extLst>
              <a:ext uri="{FF2B5EF4-FFF2-40B4-BE49-F238E27FC236}">
                <a16:creationId xmlns:a16="http://schemas.microsoft.com/office/drawing/2014/main" id="{3926AFCE-8C6B-179B-655F-A57455A726D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6415" y="1090065"/>
            <a:ext cx="3818330" cy="6363883"/>
          </a:xfrm>
          <a:prstGeom prst="rect">
            <a:avLst/>
          </a:prstGeom>
        </p:spPr>
      </p:pic>
      <p:pic>
        <p:nvPicPr>
          <p:cNvPr id="15" name="그림 14" descr="텍스트, 액세서리이(가) 표시된 사진&#10;&#10;자동 생성된 설명">
            <a:extLst>
              <a:ext uri="{FF2B5EF4-FFF2-40B4-BE49-F238E27FC236}">
                <a16:creationId xmlns:a16="http://schemas.microsoft.com/office/drawing/2014/main" id="{D0012E2D-6907-5828-37CB-D8336A528B11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7" y="634745"/>
            <a:ext cx="3807724" cy="685799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779946A1-8076-27AE-5C96-3726890D59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20" y="1248134"/>
            <a:ext cx="2806997" cy="4678329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D19C39F0-399A-70E4-6ACA-9019FE95392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26632" y="2822300"/>
            <a:ext cx="1354643" cy="2130700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273DE64-7227-09B6-2CF0-43D3EEA1B89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06405" y="1763943"/>
            <a:ext cx="223716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버튼을 누르면 해당 값 증가</a:t>
            </a:r>
          </a:p>
        </p:txBody>
      </p: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C2B703A2-F01E-7A2A-CD9D-26E424B5A250}"/>
              </a:ext>
            </a:extLst>
          </p:cNvPr>
          <p:cNvCxnSpPr>
            <a:cxnSpLocks noGrp="1" noRot="1" noMove="1" noResize="1" noEditPoints="1" noAdjustHandles="1" noChangeArrowheads="1" noChangeShapeType="1"/>
            <a:stCxn id="23" idx="2"/>
            <a:endCxn id="37" idx="1"/>
          </p:cNvCxnSpPr>
          <p:nvPr/>
        </p:nvCxnSpPr>
        <p:spPr>
          <a:xfrm rot="16200000" flipH="1">
            <a:off x="2427088" y="4514115"/>
            <a:ext cx="166984" cy="1869608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61292141-0BAB-E11A-A817-30AD5A5CFC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26632" y="2471829"/>
            <a:ext cx="1354643" cy="350471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E1E52CA-C0FC-C907-FE95-C914BAE659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26632" y="4955900"/>
            <a:ext cx="698287" cy="409527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228F954F-CC62-B28C-2D1B-E7525460982E}"/>
              </a:ext>
            </a:extLst>
          </p:cNvPr>
          <p:cNvCxnSpPr>
            <a:cxnSpLocks noGrp="1" noRot="1" noMove="1" noResize="1" noEditPoints="1" noAdjustHandles="1" noChangeArrowheads="1" noChangeShapeType="1"/>
            <a:stCxn id="18" idx="3"/>
            <a:endCxn id="34" idx="1"/>
          </p:cNvCxnSpPr>
          <p:nvPr/>
        </p:nvCxnSpPr>
        <p:spPr>
          <a:xfrm>
            <a:off x="2581275" y="3887650"/>
            <a:ext cx="698815" cy="456018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075CC630-DA17-549C-F971-5C2767D1E0C6}"/>
              </a:ext>
            </a:extLst>
          </p:cNvPr>
          <p:cNvCxnSpPr>
            <a:cxnSpLocks noGrp="1" noRot="1" noMove="1" noResize="1" noEditPoints="1" noAdjustHandles="1" noChangeArrowheads="1" noChangeShapeType="1"/>
            <a:stCxn id="22" idx="0"/>
            <a:endCxn id="20" idx="1"/>
          </p:cNvCxnSpPr>
          <p:nvPr/>
        </p:nvCxnSpPr>
        <p:spPr>
          <a:xfrm rot="5400000" flipH="1" flipV="1">
            <a:off x="2528208" y="1493633"/>
            <a:ext cx="353943" cy="1602451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1450B44B-B03C-6995-5317-ADE001739C4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80090" y="4143613"/>
            <a:ext cx="1971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맛 정도 표현 가능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03AAE60-7A83-01FC-BAFC-FCAD853DB82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445384" y="5178468"/>
            <a:ext cx="23592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기록을 누르면 먹은 수가 증가하면서 값 저장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27657FE-26C0-4512-A5ED-1A3979005CB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509575" y="5358408"/>
            <a:ext cx="1958150" cy="409527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F9E57236-1405-85FA-268E-41C4550EDCE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768258" y="3260690"/>
            <a:ext cx="1470867" cy="409527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51" name="연결선: 꺾임 50">
            <a:extLst>
              <a:ext uri="{FF2B5EF4-FFF2-40B4-BE49-F238E27FC236}">
                <a16:creationId xmlns:a16="http://schemas.microsoft.com/office/drawing/2014/main" id="{DB8ABA05-6045-B643-A6EF-DCDAB0440F92}"/>
              </a:ext>
            </a:extLst>
          </p:cNvPr>
          <p:cNvCxnSpPr>
            <a:cxnSpLocks noGrp="1" noRot="1" noMove="1" noResize="1" noEditPoints="1" noAdjustHandles="1" noChangeArrowheads="1" noChangeShapeType="1"/>
            <a:stCxn id="50" idx="0"/>
            <a:endCxn id="61" idx="1"/>
          </p:cNvCxnSpPr>
          <p:nvPr/>
        </p:nvCxnSpPr>
        <p:spPr>
          <a:xfrm rot="5400000" flipH="1" flipV="1">
            <a:off x="7932213" y="2334197"/>
            <a:ext cx="497972" cy="1355014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연결선: 꺾임 53">
            <a:extLst>
              <a:ext uri="{FF2B5EF4-FFF2-40B4-BE49-F238E27FC236}">
                <a16:creationId xmlns:a16="http://schemas.microsoft.com/office/drawing/2014/main" id="{8D96DDF7-AA16-FE3F-644F-AFD69E8C5C55}"/>
              </a:ext>
            </a:extLst>
          </p:cNvPr>
          <p:cNvCxnSpPr>
            <a:cxnSpLocks noGrp="1" noRot="1" noMove="1" noResize="1" noEditPoints="1" noAdjustHandles="1" noChangeArrowheads="1" noChangeShapeType="1"/>
            <a:stCxn id="49" idx="0"/>
            <a:endCxn id="64" idx="1"/>
          </p:cNvCxnSpPr>
          <p:nvPr/>
        </p:nvCxnSpPr>
        <p:spPr>
          <a:xfrm rot="5400000" flipH="1" flipV="1">
            <a:off x="7717059" y="4216761"/>
            <a:ext cx="913239" cy="1370056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A8A4823-A3C7-FBD1-A6F6-916839B4972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1026162"/>
            <a:ext cx="29166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마커리스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트래킹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활성화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3F36C55-5CF4-0A77-4C29-4E6F135DD6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58706" y="2408775"/>
            <a:ext cx="28118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평면 탐지 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초콜릿 크기에 맞게 배치 가능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FDBABF6-DB50-7BE5-53E6-725446C1192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58706" y="3937337"/>
            <a:ext cx="31039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회전이 가능하고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뒤로 버튼을 누르면 성분이 표시되어 있는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이동</a:t>
            </a:r>
          </a:p>
        </p:txBody>
      </p:sp>
    </p:spTree>
    <p:extLst>
      <p:ext uri="{BB962C8B-B14F-4D97-AF65-F5344CB8AC3E}">
        <p14:creationId xmlns:p14="http://schemas.microsoft.com/office/powerpoint/2010/main" val="4150013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7862B3F7-5E25-A7FD-40E4-E5950191F79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07849" y="843977"/>
            <a:ext cx="11845255" cy="57986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A5949A-B189-68B9-7839-152E3CE2463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58EE1D7C-FF74-C9AD-240A-4AC3D16C597D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14545" y="634745"/>
            <a:ext cx="5245013" cy="6858000"/>
            <a:chOff x="5784937" y="870780"/>
            <a:chExt cx="5245013" cy="6858000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306512D9-C3FB-79B2-AE16-82CA320BEDF5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84937" y="870780"/>
              <a:ext cx="3807725" cy="6858000"/>
            </a:xfrm>
            <a:prstGeom prst="rect">
              <a:avLst/>
            </a:prstGeom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B4CC404D-46DC-3103-E4F6-5A718755D15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139347" y="4885105"/>
              <a:ext cx="409575" cy="43379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cxnSp>
          <p:nvCxnSpPr>
            <p:cNvPr id="6" name="연결선: 꺾임 5">
              <a:extLst>
                <a:ext uri="{FF2B5EF4-FFF2-40B4-BE49-F238E27FC236}">
                  <a16:creationId xmlns:a16="http://schemas.microsoft.com/office/drawing/2014/main" id="{A2F33B0D-A8B8-E5CA-6EC1-1A607D293F2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4" idx="0"/>
              <a:endCxn id="9" idx="1"/>
            </p:cNvCxnSpPr>
            <p:nvPr/>
          </p:nvCxnSpPr>
          <p:spPr>
            <a:xfrm rot="5400000" flipH="1" flipV="1">
              <a:off x="8611019" y="4418167"/>
              <a:ext cx="200054" cy="733822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682A756-B5F6-E6BF-D20D-4970B6B79332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077957" y="4484996"/>
              <a:ext cx="195199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QR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코드 메뉴 스캔</a:t>
              </a:r>
            </a:p>
          </p:txBody>
        </p:sp>
      </p:grpSp>
      <p:pic>
        <p:nvPicPr>
          <p:cNvPr id="13" name="그림 12" descr="텍스트, 액세서리, 케이스이(가) 표시된 사진&#10;&#10;자동 생성된 설명">
            <a:extLst>
              <a:ext uri="{FF2B5EF4-FFF2-40B4-BE49-F238E27FC236}">
                <a16:creationId xmlns:a16="http://schemas.microsoft.com/office/drawing/2014/main" id="{2EF19058-093F-416E-AFD7-03A4A5055DF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0375" y="576152"/>
            <a:ext cx="3807725" cy="634620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DEFEAC9-2864-BEC1-65D8-DD17A7372B2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0561" y="2281168"/>
            <a:ext cx="2000811" cy="2828925"/>
          </a:xfrm>
          <a:prstGeom prst="rect">
            <a:avLst/>
          </a:prstGeom>
        </p:spPr>
      </p:pic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80727881-87E5-ABA2-45FB-E39769B5DC04}"/>
              </a:ext>
            </a:extLst>
          </p:cNvPr>
          <p:cNvCxnSpPr>
            <a:cxnSpLocks noGrp="1" noRot="1" noMove="1" noResize="1" noEditPoints="1" noAdjustHandles="1" noChangeArrowheads="1" noChangeShapeType="1"/>
            <a:stCxn id="19" idx="0"/>
            <a:endCxn id="27" idx="1"/>
          </p:cNvCxnSpPr>
          <p:nvPr/>
        </p:nvCxnSpPr>
        <p:spPr>
          <a:xfrm rot="5400000" flipH="1" flipV="1">
            <a:off x="6975685" y="1697575"/>
            <a:ext cx="395285" cy="2014922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A1911F0-ED5E-6F1C-373E-970F85427A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88057" y="2902678"/>
            <a:ext cx="755618" cy="840647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548B651B-37C3-7453-575E-5AA5963AB1D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8180788" y="1683516"/>
            <a:ext cx="3173012" cy="1639485"/>
            <a:chOff x="8180788" y="2342267"/>
            <a:chExt cx="3173012" cy="1639485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238F5A78-14BC-5774-5605-89272E78E9F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180788" y="2342267"/>
              <a:ext cx="3106974" cy="1631216"/>
            </a:xfrm>
            <a:prstGeom prst="rect">
              <a:avLst/>
            </a:prstGeom>
            <a:noFill/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D913ACD-4C2E-9B27-5630-86718B72705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180788" y="2350536"/>
              <a:ext cx="3173012" cy="16312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marR="0" lvl="0" indent="-34290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Char char="-"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하트 표시 개수 확인 가능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285750" marR="0" lvl="0" indent="-28575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Char char="-"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자신과 맞지 않는 음식이면 </a:t>
              </a:r>
              <a:r>
                <a:rPr kumimoji="0" lang="ko-KR" altLang="en-US" sz="20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나빠요</a:t>
              </a:r>
              <a:r>
                <a:rPr kumimoji="0" lang="en-US" altLang="ko-KR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, 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아니면 좋아요 표시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285750" marR="0" lvl="0" indent="-28575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Char char="-"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클릭으로 메뉴를 더 자세히 확인 가능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27777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994963E-0FB4-0630-99CD-87C9BDEBBFD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9391" y="835707"/>
            <a:ext cx="11845254" cy="578510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srgbClr val="6D8CAC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574878-3EEB-78B2-98FA-FD715F35483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pic>
        <p:nvPicPr>
          <p:cNvPr id="14" name="그림 13" descr="텍스트, 전자기기, 휴대폰이(가) 표시된 사진&#10;&#10;자동 생성된 설명">
            <a:extLst>
              <a:ext uri="{FF2B5EF4-FFF2-40B4-BE49-F238E27FC236}">
                <a16:creationId xmlns:a16="http://schemas.microsoft.com/office/drawing/2014/main" id="{771190B0-1ABF-89F6-F35C-9542245AD3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2507" y="282942"/>
            <a:ext cx="4114800" cy="685800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16092985-574E-5EB0-B69B-7495EC2EDED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2538" y="1072891"/>
            <a:ext cx="3293166" cy="5488609"/>
          </a:xfrm>
          <a:prstGeom prst="rect">
            <a:avLst/>
          </a:prstGeom>
        </p:spPr>
      </p:pic>
      <p:pic>
        <p:nvPicPr>
          <p:cNvPr id="18" name="그림 17" descr="텍스트, iPod이(가) 표시된 사진&#10;&#10;자동 생성된 설명">
            <a:extLst>
              <a:ext uri="{FF2B5EF4-FFF2-40B4-BE49-F238E27FC236}">
                <a16:creationId xmlns:a16="http://schemas.microsoft.com/office/drawing/2014/main" id="{0C81E86C-BACA-C4EB-F5E7-B9E1D8D593F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976" y="1102548"/>
            <a:ext cx="3293166" cy="548861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15C4C4E0-9163-C160-3889-87C6055710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05025" y="2390775"/>
            <a:ext cx="438573" cy="447675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6" name="연결선: 꺾임 5">
            <a:extLst>
              <a:ext uri="{FF2B5EF4-FFF2-40B4-BE49-F238E27FC236}">
                <a16:creationId xmlns:a16="http://schemas.microsoft.com/office/drawing/2014/main" id="{32C21008-AE37-DBEE-304D-CBABBE0EEDF6}"/>
              </a:ext>
            </a:extLst>
          </p:cNvPr>
          <p:cNvCxnSpPr>
            <a:cxnSpLocks noGrp="1" noRot="1" noMove="1" noResize="1" noEditPoints="1" noAdjustHandles="1" noChangeArrowheads="1" noChangeShapeType="1"/>
            <a:stCxn id="4" idx="0"/>
            <a:endCxn id="7" idx="1"/>
          </p:cNvCxnSpPr>
          <p:nvPr/>
        </p:nvCxnSpPr>
        <p:spPr>
          <a:xfrm rot="5400000" flipH="1" flipV="1">
            <a:off x="2669649" y="1897854"/>
            <a:ext cx="147585" cy="838259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C8113C6-8B4A-96CC-F10C-BD001D03975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2571" y="1889247"/>
            <a:ext cx="23126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사용자에 따라 음식에 대한 점수 부여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BD9C5A1-6604-AE40-8CEF-603715C8F3F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05632" y="3198216"/>
            <a:ext cx="438573" cy="447675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96ACF30E-5B7D-C112-B88B-FC4362BB42B5}"/>
              </a:ext>
            </a:extLst>
          </p:cNvPr>
          <p:cNvCxnSpPr>
            <a:cxnSpLocks noGrp="1" noRot="1" noMove="1" noResize="1" noEditPoints="1" noAdjustHandles="1" noChangeArrowheads="1" noChangeShapeType="1"/>
            <a:stCxn id="27" idx="0"/>
            <a:endCxn id="31" idx="1"/>
          </p:cNvCxnSpPr>
          <p:nvPr/>
        </p:nvCxnSpPr>
        <p:spPr>
          <a:xfrm rot="5400000" flipH="1" flipV="1">
            <a:off x="2471423" y="2422102"/>
            <a:ext cx="229611" cy="1322618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41E4B67D-8DAF-D6CB-110C-2EB713DE104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47537" y="2768550"/>
            <a:ext cx="2312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하트 표시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62ED0607-FC0A-342A-717C-9782523A22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90393" y="4245966"/>
            <a:ext cx="800282" cy="447675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35" name="연결선: 꺾임 34">
            <a:extLst>
              <a:ext uri="{FF2B5EF4-FFF2-40B4-BE49-F238E27FC236}">
                <a16:creationId xmlns:a16="http://schemas.microsoft.com/office/drawing/2014/main" id="{22BC1885-F4A5-C756-5D0D-8697CCA9B152}"/>
              </a:ext>
            </a:extLst>
          </p:cNvPr>
          <p:cNvCxnSpPr>
            <a:cxnSpLocks noGrp="1" noRot="1" noMove="1" noResize="1" noEditPoints="1" noAdjustHandles="1" noChangeArrowheads="1" noChangeShapeType="1"/>
            <a:stCxn id="34" idx="0"/>
          </p:cNvCxnSpPr>
          <p:nvPr/>
        </p:nvCxnSpPr>
        <p:spPr>
          <a:xfrm rot="5400000" flipH="1" flipV="1">
            <a:off x="3376098" y="1697512"/>
            <a:ext cx="362891" cy="4734019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2586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32C8B93-6BC0-5FDF-4A37-83955F95F29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9391" y="830510"/>
            <a:ext cx="11845254" cy="57955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srgbClr val="6D8CAC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92EB44-D924-27C7-04BE-FB782AE9B82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pic>
        <p:nvPicPr>
          <p:cNvPr id="6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5CCB6B1E-051D-BE82-4894-D3A4D85386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0680" y="860479"/>
            <a:ext cx="4114800" cy="6858000"/>
          </a:xfrm>
          <a:prstGeom prst="rect">
            <a:avLst/>
          </a:prstGeom>
        </p:spPr>
      </p:pic>
      <p:pic>
        <p:nvPicPr>
          <p:cNvPr id="9" name="그림 8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029D19DF-2A60-84DD-00D3-82C04768D03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662" y="889103"/>
            <a:ext cx="3544938" cy="5908230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58C539FF-6FB7-22C3-4D23-2BD11E3CE9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09675" y="1938414"/>
            <a:ext cx="2105025" cy="3833736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AD9AC350-86F7-E499-A0C0-1E3957D86BFE}"/>
              </a:ext>
            </a:extLst>
          </p:cNvPr>
          <p:cNvCxnSpPr>
            <a:cxnSpLocks noGrp="1" noRot="1" noMove="1" noResize="1" noEditPoints="1" noAdjustHandles="1" noChangeArrowheads="1" noChangeShapeType="1"/>
            <a:stCxn id="12" idx="3"/>
            <a:endCxn id="14" idx="1"/>
          </p:cNvCxnSpPr>
          <p:nvPr/>
        </p:nvCxnSpPr>
        <p:spPr>
          <a:xfrm flipV="1">
            <a:off x="3314700" y="2963733"/>
            <a:ext cx="796676" cy="89154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B1B9D5D-BE12-6FE5-39CE-1A345D55B2F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111376" y="2609790"/>
            <a:ext cx="23126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데이터에 저장된 평가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B45E6044-B8E7-CDC7-2484-52C6AD6D7460}"/>
              </a:ext>
            </a:extLst>
          </p:cNvPr>
          <p:cNvCxnSpPr>
            <a:cxnSpLocks noGrp="1" noRot="1" noMove="1" noResize="1" noEditPoints="1" noAdjustHandles="1" noChangeArrowheads="1" noChangeShapeType="1"/>
            <a:stCxn id="22" idx="3"/>
            <a:endCxn id="26" idx="1"/>
          </p:cNvCxnSpPr>
          <p:nvPr/>
        </p:nvCxnSpPr>
        <p:spPr>
          <a:xfrm flipV="1">
            <a:off x="8847580" y="3117622"/>
            <a:ext cx="796676" cy="40186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83679C9-5D55-4CF0-AAC3-72A7CDC3C3E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858719" y="2714625"/>
            <a:ext cx="1988861" cy="1609725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CFE4B2-3A83-3918-F37D-43C18C36C6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23988" y="844232"/>
            <a:ext cx="29166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마커리스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트래킹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활성화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6A28B30-06F4-3694-34B4-68C04E2DBCD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644256" y="2609790"/>
            <a:ext cx="150951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곱창을 실제 크기와 양만큼 배치</a:t>
            </a:r>
          </a:p>
        </p:txBody>
      </p:sp>
    </p:spTree>
    <p:extLst>
      <p:ext uri="{BB962C8B-B14F-4D97-AF65-F5344CB8AC3E}">
        <p14:creationId xmlns:p14="http://schemas.microsoft.com/office/powerpoint/2010/main" val="1725537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213C91C-166F-499B-1543-6482AA6C2A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9391" y="830510"/>
            <a:ext cx="11845254" cy="579030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srgbClr val="6D8CAC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A4EFA8-8208-E4BD-5AAD-C614C71B132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61EDF9AC-8B80-D51F-C0D5-CED8F96622E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24009" y="206820"/>
            <a:ext cx="6595609" cy="6858000"/>
            <a:chOff x="1731843" y="0"/>
            <a:chExt cx="6595609" cy="6858000"/>
          </a:xfrm>
        </p:grpSpPr>
        <p:pic>
          <p:nvPicPr>
            <p:cNvPr id="41" name="그림 40" descr="텍스트, 전자기기이(가) 표시된 사진&#10;&#10;자동 생성된 설명">
              <a:extLst>
                <a:ext uri="{FF2B5EF4-FFF2-40B4-BE49-F238E27FC236}">
                  <a16:creationId xmlns:a16="http://schemas.microsoft.com/office/drawing/2014/main" id="{701FBD07-FFE5-4720-670D-E36FE4FD241E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31843" y="0"/>
              <a:ext cx="4114800" cy="6858000"/>
            </a:xfrm>
            <a:prstGeom prst="rect">
              <a:avLst/>
            </a:prstGeom>
          </p:spPr>
        </p:pic>
        <p:cxnSp>
          <p:nvCxnSpPr>
            <p:cNvPr id="21" name="연결선: 꺾임 20">
              <a:extLst>
                <a:ext uri="{FF2B5EF4-FFF2-40B4-BE49-F238E27FC236}">
                  <a16:creationId xmlns:a16="http://schemas.microsoft.com/office/drawing/2014/main" id="{B5B10164-D35D-0676-911E-5181080070F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6" idx="3"/>
              <a:endCxn id="29" idx="1"/>
            </p:cNvCxnSpPr>
            <p:nvPr/>
          </p:nvCxnSpPr>
          <p:spPr>
            <a:xfrm>
              <a:off x="4901635" y="3738563"/>
              <a:ext cx="945008" cy="914879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0E91B07D-7CAA-99CD-9CD0-B89F80FEB78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872968" y="3296519"/>
              <a:ext cx="2028667" cy="88408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5416D30-6A15-AA4A-E363-B2739735166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846643" y="4299499"/>
              <a:ext cx="2312612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설정한 목표 한번에 확인 가능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B78430DF-B697-8F2E-A06C-CE7DD9A514D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872967" y="2443597"/>
              <a:ext cx="2028667" cy="802322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cxnSp>
          <p:nvCxnSpPr>
            <p:cNvPr id="33" name="연결선: 꺾임 32">
              <a:extLst>
                <a:ext uri="{FF2B5EF4-FFF2-40B4-BE49-F238E27FC236}">
                  <a16:creationId xmlns:a16="http://schemas.microsoft.com/office/drawing/2014/main" id="{C93CC336-6A37-DC7B-4CB9-B25D27029A1C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2" idx="3"/>
              <a:endCxn id="37" idx="1"/>
            </p:cNvCxnSpPr>
            <p:nvPr/>
          </p:nvCxnSpPr>
          <p:spPr>
            <a:xfrm flipV="1">
              <a:off x="4901634" y="2558501"/>
              <a:ext cx="1113206" cy="286257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2329AA6-E2E5-B4D7-F474-D533C2ACFE3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14840" y="2358446"/>
              <a:ext cx="23126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알레르기 입력 가능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4D3535D-30C7-C714-1483-3BDB0FAF32D0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936050" y="5595169"/>
              <a:ext cx="176213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홈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4383A5F-90A2-A4B4-DEBF-046D6A11B64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40321" y="5608688"/>
              <a:ext cx="637454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AR</a:t>
              </a:r>
              <a:r>
                <a:rPr kumimoji="0" lang="ko-KR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음식성분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C8462F4-336C-C99C-CF2E-6DB405B39BA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777970" y="5622207"/>
              <a:ext cx="637454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섭취량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07D7C45-7BAB-4590-0BFF-F910C96E999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341158" y="5635726"/>
              <a:ext cx="637454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마이페이지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0071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8C69C97-3863-96FC-9EEF-6669D2B00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7F236F-C956-8247-DA84-DBF48FA4A2F2}"/>
              </a:ext>
            </a:extLst>
          </p:cNvPr>
          <p:cNvSpPr txBox="1"/>
          <p:nvPr/>
        </p:nvSpPr>
        <p:spPr>
          <a:xfrm>
            <a:off x="329610" y="111525"/>
            <a:ext cx="24961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8.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일정 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aphicFrame>
        <p:nvGraphicFramePr>
          <p:cNvPr id="8" name="표 8">
            <a:extLst>
              <a:ext uri="{FF2B5EF4-FFF2-40B4-BE49-F238E27FC236}">
                <a16:creationId xmlns:a16="http://schemas.microsoft.com/office/drawing/2014/main" id="{050C840D-AA71-AEBF-1101-867E37207F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2382753"/>
              </p:ext>
            </p:extLst>
          </p:nvPr>
        </p:nvGraphicFramePr>
        <p:xfrm>
          <a:off x="495422" y="1065554"/>
          <a:ext cx="11378955" cy="556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597">
                  <a:extLst>
                    <a:ext uri="{9D8B030D-6E8A-4147-A177-3AD203B41FA5}">
                      <a16:colId xmlns:a16="http://schemas.microsoft.com/office/drawing/2014/main" val="622520945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1110534987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1767998281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2227414254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2455773015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3768875433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407373563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2373970898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3851948916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4074951872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1275754572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2550858738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2573295485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3148710177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12498270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순서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구분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항목</a:t>
                      </a: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M!</a:t>
                      </a: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M2</a:t>
                      </a: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M3</a:t>
                      </a: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7716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3239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44532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0223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65803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17775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6965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5662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567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5411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294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59493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30380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5862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136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타원 11">
            <a:extLst>
              <a:ext uri="{FF2B5EF4-FFF2-40B4-BE49-F238E27FC236}">
                <a16:creationId xmlns:a16="http://schemas.microsoft.com/office/drawing/2014/main" id="{47787AB6-23A8-0438-1C50-B29FA53CD797}"/>
              </a:ext>
            </a:extLst>
          </p:cNvPr>
          <p:cNvSpPr/>
          <p:nvPr/>
        </p:nvSpPr>
        <p:spPr>
          <a:xfrm>
            <a:off x="8474152" y="652690"/>
            <a:ext cx="3717848" cy="37178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663810" y="3140152"/>
            <a:ext cx="3717848" cy="371784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4291842" y="629515"/>
            <a:ext cx="3717849" cy="371784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B87E40-8C6D-411B-ADF3-D51036089F8E}"/>
              </a:ext>
            </a:extLst>
          </p:cNvPr>
          <p:cNvSpPr txBox="1"/>
          <p:nvPr/>
        </p:nvSpPr>
        <p:spPr>
          <a:xfrm>
            <a:off x="4722419" y="1823759"/>
            <a:ext cx="285842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알러지 정보를 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확인 가능하여 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알러지 성분이 있는 음식을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조심할 수 있어 도움이 됨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734C93-D48F-5C0E-E253-CA60343F3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E703E8-0523-17BE-BF61-DAC77D04D160}"/>
              </a:ext>
            </a:extLst>
          </p:cNvPr>
          <p:cNvSpPr txBox="1"/>
          <p:nvPr/>
        </p:nvSpPr>
        <p:spPr>
          <a:xfrm>
            <a:off x="329610" y="111525"/>
            <a:ext cx="42098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9. 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기대 효과 및 활용 방안 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AD064C-2529-8B79-7621-D31FA7140FB7}"/>
              </a:ext>
            </a:extLst>
          </p:cNvPr>
          <p:cNvSpPr txBox="1"/>
          <p:nvPr/>
        </p:nvSpPr>
        <p:spPr>
          <a:xfrm>
            <a:off x="6533740" y="4499704"/>
            <a:ext cx="397798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실제 음식 크기를 보여줘서 </a:t>
            </a:r>
            <a:endParaRPr lang="en-US" altLang="ko-KR" sz="20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필요한 음식만 선택해 섭취할 수 있어 음식물 쓰레기를 줄일 수 있으며</a:t>
            </a:r>
            <a:endParaRPr lang="en-US" altLang="ko-KR" sz="20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비용적인 부담도 최소화할 수 있음</a:t>
            </a:r>
            <a:endParaRPr lang="ko-KR" altLang="en-US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2299285" y="3056831"/>
            <a:ext cx="3717848" cy="37178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A12A1-8C0D-1EF4-AFD2-D71BFE6DCC2B}"/>
              </a:ext>
            </a:extLst>
          </p:cNvPr>
          <p:cNvSpPr txBox="1"/>
          <p:nvPr/>
        </p:nvSpPr>
        <p:spPr>
          <a:xfrm>
            <a:off x="2736183" y="4389979"/>
            <a:ext cx="285842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 </a:t>
            </a:r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내가 먹은 성분과 양을 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직관적으로 알기 쉽고 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나에게 필요한 섭취량을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스스로 조절할 수 있음</a:t>
            </a:r>
            <a:endParaRPr lang="ko-KR" altLang="en-US" sz="2000" dirty="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01B5952-1395-031D-7267-20370B40C8F4}"/>
              </a:ext>
            </a:extLst>
          </p:cNvPr>
          <p:cNvSpPr/>
          <p:nvPr/>
        </p:nvSpPr>
        <p:spPr>
          <a:xfrm>
            <a:off x="161298" y="634745"/>
            <a:ext cx="3717848" cy="371784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4D12E2-A1BE-882B-B9F6-A52C642616ED}"/>
              </a:ext>
            </a:extLst>
          </p:cNvPr>
          <p:cNvSpPr txBox="1"/>
          <p:nvPr/>
        </p:nvSpPr>
        <p:spPr>
          <a:xfrm>
            <a:off x="511453" y="2003782"/>
            <a:ext cx="30175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누구나 쉽고 자유롭게 </a:t>
            </a:r>
            <a:endParaRPr lang="en-US" altLang="ko-KR" sz="20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음식 성분과 기능을 직접 검색할 수 있음</a:t>
            </a:r>
            <a:endParaRPr lang="ko-KR" altLang="en-US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3714B8-BDE2-86B7-8C22-7E53268E9C87}"/>
              </a:ext>
            </a:extLst>
          </p:cNvPr>
          <p:cNvSpPr txBox="1"/>
          <p:nvPr/>
        </p:nvSpPr>
        <p:spPr>
          <a:xfrm>
            <a:off x="8958313" y="1669870"/>
            <a:ext cx="285842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 </a:t>
            </a:r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좋아요 수를 통해  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선택한 음식에 대한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나에게 맞는지 여부와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사람들과 선호와 맛을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자세하게 알 수 있어 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선택 시 도움이 됨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1479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096EF073-A90A-6C6D-50AC-593A17D6ED7C}"/>
              </a:ext>
            </a:extLst>
          </p:cNvPr>
          <p:cNvSpPr/>
          <p:nvPr/>
        </p:nvSpPr>
        <p:spPr>
          <a:xfrm>
            <a:off x="0" y="3428999"/>
            <a:ext cx="12192000" cy="342899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10606" y="2180267"/>
            <a:ext cx="21707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감사합니다</a:t>
            </a:r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~</a:t>
            </a:r>
            <a:endParaRPr lang="ko-KR" altLang="en-US" sz="32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7EA484A-112C-5B9B-798B-B2895FF0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40</a:t>
            </a:fld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993</TotalTime>
  <Words>2054</Words>
  <Application>Microsoft Office PowerPoint</Application>
  <PresentationFormat>와이드스크린</PresentationFormat>
  <Paragraphs>430</Paragraphs>
  <Slides>40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40</vt:i4>
      </vt:variant>
    </vt:vector>
  </HeadingPairs>
  <TitlesOfParts>
    <vt:vector size="48" baseType="lpstr">
      <vt:lpstr>���� ���</vt:lpstr>
      <vt:lpstr>마루 부리 Beta</vt:lpstr>
      <vt:lpstr>맑은 고딕</vt:lpstr>
      <vt:lpstr>휴먼매직체</vt:lpstr>
      <vt:lpstr>Arial</vt:lpstr>
      <vt:lpstr>Wingdings</vt:lpstr>
      <vt:lpstr>Office 테마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이윤호</cp:lastModifiedBy>
  <cp:revision>37</cp:revision>
  <dcterms:created xsi:type="dcterms:W3CDTF">2020-11-18T01:48:02Z</dcterms:created>
  <dcterms:modified xsi:type="dcterms:W3CDTF">2022-12-04T14:54:30Z</dcterms:modified>
</cp:coreProperties>
</file>