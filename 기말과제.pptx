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4"/>
  </p:notesMasterIdLst>
  <p:sldIdLst>
    <p:sldId id="330" r:id="rId3"/>
    <p:sldId id="331" r:id="rId4"/>
    <p:sldId id="332" r:id="rId5"/>
    <p:sldId id="333" r:id="rId6"/>
    <p:sldId id="334" r:id="rId7"/>
    <p:sldId id="316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01" r:id="rId21"/>
    <p:sldId id="302" r:id="rId22"/>
    <p:sldId id="303" r:id="rId23"/>
    <p:sldId id="329" r:id="rId24"/>
    <p:sldId id="287" r:id="rId25"/>
    <p:sldId id="315" r:id="rId26"/>
    <p:sldId id="348" r:id="rId27"/>
    <p:sldId id="351" r:id="rId28"/>
    <p:sldId id="352" r:id="rId29"/>
    <p:sldId id="288" r:id="rId30"/>
    <p:sldId id="356" r:id="rId31"/>
    <p:sldId id="294" r:id="rId32"/>
    <p:sldId id="353" r:id="rId33"/>
    <p:sldId id="354" r:id="rId34"/>
    <p:sldId id="355" r:id="rId35"/>
    <p:sldId id="363" r:id="rId36"/>
    <p:sldId id="362" r:id="rId37"/>
    <p:sldId id="357" r:id="rId38"/>
    <p:sldId id="358" r:id="rId39"/>
    <p:sldId id="359" r:id="rId40"/>
    <p:sldId id="293" r:id="rId41"/>
    <p:sldId id="291" r:id="rId42"/>
    <p:sldId id="266" r:id="rId4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ECE6"/>
    <a:srgbClr val="21345C"/>
    <a:srgbClr val="2A345C"/>
    <a:srgbClr val="1C2244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38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redo custSel addSld delSld modSld sldOrd">
      <pc:chgData name="yoon xihyeon" userId="b03689a23d6da60b" providerId="LiveId" clId="{5D914AD7-9230-47CE-8F52-5A96260F97A5}" dt="2022-12-03T10:37:42.911" v="2153" actId="47"/>
      <pc:docMkLst>
        <pc:docMk/>
      </pc:docMkLst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7526012" sldId="256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2335713906" sldId="257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913110572" sldId="259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735041406" sldId="260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93141657" sldId="265"/>
        </pc:sldMkLst>
      </pc:sldChg>
      <pc:sldChg chg="addSp delSp modSp mod">
        <pc:chgData name="yoon xihyeon" userId="b03689a23d6da60b" providerId="LiveId" clId="{5D914AD7-9230-47CE-8F52-5A96260F97A5}" dt="2022-12-03T10:31:31.265" v="2014" actId="1076"/>
        <pc:sldMkLst>
          <pc:docMk/>
          <pc:sldMk cId="3669176100" sldId="266"/>
        </pc:sldMkLst>
        <pc:spChg chg="mod ord">
          <ac:chgData name="yoon xihyeon" userId="b03689a23d6da60b" providerId="LiveId" clId="{5D914AD7-9230-47CE-8F52-5A96260F97A5}" dt="2022-12-03T10:29:02.776" v="1988" actId="207"/>
          <ac:spMkLst>
            <pc:docMk/>
            <pc:sldMk cId="3669176100" sldId="266"/>
            <ac:spMk id="2" creationId="{97EA484A-112C-5B9B-798B-B2895FF01360}"/>
          </ac:spMkLst>
        </pc:spChg>
        <pc:spChg chg="mod">
          <ac:chgData name="yoon xihyeon" userId="b03689a23d6da60b" providerId="LiveId" clId="{5D914AD7-9230-47CE-8F52-5A96260F97A5}" dt="2022-12-03T10:31:31.265" v="2014" actId="1076"/>
          <ac:spMkLst>
            <pc:docMk/>
            <pc:sldMk cId="3669176100" sldId="266"/>
            <ac:spMk id="5" creationId="{6B679CA0-EDDD-4ACD-9947-D034F34E4F68}"/>
          </ac:spMkLst>
        </pc:spChg>
        <pc:spChg chg="add mod ord">
          <ac:chgData name="yoon xihyeon" userId="b03689a23d6da60b" providerId="LiveId" clId="{5D914AD7-9230-47CE-8F52-5A96260F97A5}" dt="2022-12-03T10:28:56.041" v="1986" actId="14100"/>
          <ac:spMkLst>
            <pc:docMk/>
            <pc:sldMk cId="3669176100" sldId="266"/>
            <ac:spMk id="6" creationId="{096EF073-A90A-6C6D-50AC-593A17D6ED7C}"/>
          </ac:spMkLst>
        </pc:spChg>
        <pc:picChg chg="del">
          <ac:chgData name="yoon xihyeon" userId="b03689a23d6da60b" providerId="LiveId" clId="{5D914AD7-9230-47CE-8F52-5A96260F97A5}" dt="2022-12-03T10:27:57.248" v="1976" actId="478"/>
          <ac:picMkLst>
            <pc:docMk/>
            <pc:sldMk cId="3669176100" sldId="266"/>
            <ac:picMk id="3" creationId="{EF86BDD0-98BF-4BEF-B4A9-EFA8B57805C9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addSp delSp modSp mod">
        <pc:chgData name="yoon xihyeon" userId="b03689a23d6da60b" providerId="LiveId" clId="{5D914AD7-9230-47CE-8F52-5A96260F97A5}" dt="2022-12-03T10:33:56.331" v="2100" actId="20577"/>
        <pc:sldMkLst>
          <pc:docMk/>
          <pc:sldMk cId="2139668770" sldId="288"/>
        </pc:sldMkLst>
        <pc:spChg chg="add mod">
          <ac:chgData name="yoon xihyeon" userId="b03689a23d6da60b" providerId="LiveId" clId="{5D914AD7-9230-47CE-8F52-5A96260F97A5}" dt="2022-12-03T10:05:52.668" v="1547"/>
          <ac:spMkLst>
            <pc:docMk/>
            <pc:sldMk cId="2139668770" sldId="288"/>
            <ac:spMk id="3" creationId="{B423CB85-11BD-80A6-817A-0753C1B6A628}"/>
          </ac:spMkLst>
        </pc:spChg>
        <pc:spChg chg="add mod">
          <ac:chgData name="yoon xihyeon" userId="b03689a23d6da60b" providerId="LiveId" clId="{5D914AD7-9230-47CE-8F52-5A96260F97A5}" dt="2022-12-03T10:33:56.331" v="2100" actId="20577"/>
          <ac:spMkLst>
            <pc:docMk/>
            <pc:sldMk cId="2139668770" sldId="288"/>
            <ac:spMk id="6" creationId="{9FA3CC88-3E96-2782-954C-69B06004925E}"/>
          </ac:spMkLst>
        </pc:spChg>
        <pc:spChg chg="del">
          <ac:chgData name="yoon xihyeon" userId="b03689a23d6da60b" providerId="LiveId" clId="{5D914AD7-9230-47CE-8F52-5A96260F97A5}" dt="2022-12-03T10:05:52.199" v="1546" actId="478"/>
          <ac:spMkLst>
            <pc:docMk/>
            <pc:sldMk cId="2139668770" sldId="288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1-28T05:01:05.228" v="840" actId="47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2-03T10:17:22.300" v="1716" actId="47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addSp delSp modSp mod ord">
        <pc:chgData name="yoon xihyeon" userId="b03689a23d6da60b" providerId="LiveId" clId="{5D914AD7-9230-47CE-8F52-5A96260F97A5}" dt="2022-12-03T10:27:37.646" v="1975" actId="1076"/>
        <pc:sldMkLst>
          <pc:docMk/>
          <pc:sldMk cId="1881078102" sldId="291"/>
        </pc:sldMkLst>
        <pc:spChg chg="add del mod">
          <ac:chgData name="yoon xihyeon" userId="b03689a23d6da60b" providerId="LiveId" clId="{5D914AD7-9230-47CE-8F52-5A96260F97A5}" dt="2022-12-03T10:20:10.917" v="1778"/>
          <ac:spMkLst>
            <pc:docMk/>
            <pc:sldMk cId="1881078102" sldId="291"/>
            <ac:spMk id="3" creationId="{9CBCBF0D-ED0C-D573-74A7-93FF18BFF8D8}"/>
          </ac:spMkLst>
        </pc:spChg>
        <pc:spChg chg="add mod">
          <ac:chgData name="yoon xihyeon" userId="b03689a23d6da60b" providerId="LiveId" clId="{5D914AD7-9230-47CE-8F52-5A96260F97A5}" dt="2022-12-03T10:20:24.955" v="1839"/>
          <ac:spMkLst>
            <pc:docMk/>
            <pc:sldMk cId="1881078102" sldId="291"/>
            <ac:spMk id="6" creationId="{5BE703E8-0523-17BE-BF61-DAC77D04D160}"/>
          </ac:spMkLst>
        </pc:spChg>
        <pc:spChg chg="add mod ord">
          <ac:chgData name="yoon xihyeon" userId="b03689a23d6da60b" providerId="LiveId" clId="{5D914AD7-9230-47CE-8F52-5A96260F97A5}" dt="2022-12-03T10:27:37.646" v="1975" actId="1076"/>
          <ac:spMkLst>
            <pc:docMk/>
            <pc:sldMk cId="1881078102" sldId="291"/>
            <ac:spMk id="7" creationId="{999A12A1-8C0D-1EF4-AFD2-D71BFE6DCC2B}"/>
          </ac:spMkLst>
        </pc:spChg>
        <pc:spChg chg="add mod">
          <ac:chgData name="yoon xihyeon" userId="b03689a23d6da60b" providerId="LiveId" clId="{5D914AD7-9230-47CE-8F52-5A96260F97A5}" dt="2022-12-03T10:26:53.315" v="1968" actId="1076"/>
          <ac:spMkLst>
            <pc:docMk/>
            <pc:sldMk cId="1881078102" sldId="291"/>
            <ac:spMk id="8" creationId="{97AD064C-2529-8B79-7621-D31FA7140FB7}"/>
          </ac:spMkLst>
        </pc:spChg>
        <pc:spChg chg="del">
          <ac:chgData name="yoon xihyeon" userId="b03689a23d6da60b" providerId="LiveId" clId="{5D914AD7-9230-47CE-8F52-5A96260F97A5}" dt="2022-12-03T10:20:12.481" v="1779" actId="478"/>
          <ac:spMkLst>
            <pc:docMk/>
            <pc:sldMk cId="1881078102" sldId="291"/>
            <ac:spMk id="9" creationId="{7FFA9BC9-96FB-4B17-AF51-48D81692F2D7}"/>
          </ac:spMkLst>
        </pc:spChg>
        <pc:spChg chg="add mod">
          <ac:chgData name="yoon xihyeon" userId="b03689a23d6da60b" providerId="LiveId" clId="{5D914AD7-9230-47CE-8F52-5A96260F97A5}" dt="2022-12-03T10:24:46.817" v="1924" actId="1076"/>
          <ac:spMkLst>
            <pc:docMk/>
            <pc:sldMk cId="1881078102" sldId="291"/>
            <ac:spMk id="10" creationId="{601B5952-1395-031D-7267-20370B40C8F4}"/>
          </ac:spMkLst>
        </pc:spChg>
        <pc:spChg chg="add mod">
          <ac:chgData name="yoon xihyeon" userId="b03689a23d6da60b" providerId="LiveId" clId="{5D914AD7-9230-47CE-8F52-5A96260F97A5}" dt="2022-12-03T10:25:58.859" v="1939" actId="1076"/>
          <ac:spMkLst>
            <pc:docMk/>
            <pc:sldMk cId="1881078102" sldId="291"/>
            <ac:spMk id="11" creationId="{084D12E2-A1BE-882B-B9F6-A52C642616ED}"/>
          </ac:spMkLst>
        </pc:spChg>
        <pc:spChg chg="add mod ord">
          <ac:chgData name="yoon xihyeon" userId="b03689a23d6da60b" providerId="LiveId" clId="{5D914AD7-9230-47CE-8F52-5A96260F97A5}" dt="2022-12-03T10:27:27.062" v="1974" actId="167"/>
          <ac:spMkLst>
            <pc:docMk/>
            <pc:sldMk cId="1881078102" sldId="291"/>
            <ac:spMk id="12" creationId="{47787AB6-23A8-0438-1C50-B29FA53CD797}"/>
          </ac:spMkLst>
        </pc:spChg>
        <pc:spChg chg="add mod">
          <ac:chgData name="yoon xihyeon" userId="b03689a23d6da60b" providerId="LiveId" clId="{5D914AD7-9230-47CE-8F52-5A96260F97A5}" dt="2022-12-03T10:26:38.318" v="1961" actId="1076"/>
          <ac:spMkLst>
            <pc:docMk/>
            <pc:sldMk cId="1881078102" sldId="291"/>
            <ac:spMk id="13" creationId="{F43714B8-BDE2-86B7-8C22-7E53268E9C87}"/>
          </ac:spMkLst>
        </pc:spChg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  <pc:spChg chg="mod ord">
          <ac:chgData name="yoon xihyeon" userId="b03689a23d6da60b" providerId="LiveId" clId="{5D914AD7-9230-47CE-8F52-5A96260F97A5}" dt="2022-12-03T10:27:12.222" v="1971" actId="166"/>
          <ac:spMkLst>
            <pc:docMk/>
            <pc:sldMk cId="1881078102" sldId="291"/>
            <ac:spMk id="29" creationId="{F3506F38-D7CA-4295-983C-8A7CA0056781}"/>
          </ac:spMkLst>
        </pc:spChg>
        <pc:spChg chg="mod ord">
          <ac:chgData name="yoon xihyeon" userId="b03689a23d6da60b" providerId="LiveId" clId="{5D914AD7-9230-47CE-8F52-5A96260F97A5}" dt="2022-12-03T10:27:12.566" v="1972" actId="166"/>
          <ac:spMkLst>
            <pc:docMk/>
            <pc:sldMk cId="1881078102" sldId="291"/>
            <ac:spMk id="30" creationId="{305AAFFA-CA45-4BA8-9267-65857DA78E11}"/>
          </ac:spMkLst>
        </pc:spChg>
        <pc:spChg chg="mod ord">
          <ac:chgData name="yoon xihyeon" userId="b03689a23d6da60b" providerId="LiveId" clId="{5D914AD7-9230-47CE-8F52-5A96260F97A5}" dt="2022-12-03T10:27:18.987" v="1973" actId="167"/>
          <ac:spMkLst>
            <pc:docMk/>
            <pc:sldMk cId="1881078102" sldId="291"/>
            <ac:spMk id="31" creationId="{BE13E564-5A9C-479A-9341-19223AE77C03}"/>
          </ac:spMkLst>
        </pc:spChg>
        <pc:spChg chg="del">
          <ac:chgData name="yoon xihyeon" userId="b03689a23d6da60b" providerId="LiveId" clId="{5D914AD7-9230-47CE-8F52-5A96260F97A5}" dt="2022-12-03T10:23:24.849" v="1907" actId="478"/>
          <ac:spMkLst>
            <pc:docMk/>
            <pc:sldMk cId="1881078102" sldId="291"/>
            <ac:spMk id="32" creationId="{1F9CB9B7-B0C7-4080-ABEB-18D35BAE8C2A}"/>
          </ac:spMkLst>
        </pc:spChg>
        <pc:spChg chg="del mod">
          <ac:chgData name="yoon xihyeon" userId="b03689a23d6da60b" providerId="LiveId" clId="{5D914AD7-9230-47CE-8F52-5A96260F97A5}" dt="2022-12-03T10:23:38.005" v="1912" actId="478"/>
          <ac:spMkLst>
            <pc:docMk/>
            <pc:sldMk cId="1881078102" sldId="291"/>
            <ac:spMk id="33" creationId="{44AE361D-0084-477A-ABCB-B0E1194C754C}"/>
          </ac:spMkLst>
        </pc:spChg>
        <pc:spChg chg="del">
          <ac:chgData name="yoon xihyeon" userId="b03689a23d6da60b" providerId="LiveId" clId="{5D914AD7-9230-47CE-8F52-5A96260F97A5}" dt="2022-12-03T10:23:22.864" v="1906" actId="478"/>
          <ac:spMkLst>
            <pc:docMk/>
            <pc:sldMk cId="1881078102" sldId="291"/>
            <ac:spMk id="34" creationId="{73B5EB23-D548-4B79-9A58-CB41B21601F6}"/>
          </ac:spMkLst>
        </pc:spChg>
        <pc:spChg chg="mod topLvl">
          <ac:chgData name="yoon xihyeon" userId="b03689a23d6da60b" providerId="LiveId" clId="{5D914AD7-9230-47CE-8F52-5A96260F97A5}" dt="2022-12-03T10:26:23.365" v="1955" actId="1076"/>
          <ac:spMkLst>
            <pc:docMk/>
            <pc:sldMk cId="1881078102" sldId="291"/>
            <ac:spMk id="42" creationId="{D6B87E40-8C6D-411B-ADF3-D51036089F8E}"/>
          </ac:spMkLst>
        </pc:spChg>
        <pc:spChg chg="del topLvl">
          <ac:chgData name="yoon xihyeon" userId="b03689a23d6da60b" providerId="LiveId" clId="{5D914AD7-9230-47CE-8F52-5A96260F97A5}" dt="2022-12-03T10:20:37.937" v="1840" actId="478"/>
          <ac:spMkLst>
            <pc:docMk/>
            <pc:sldMk cId="1881078102" sldId="291"/>
            <ac:spMk id="43" creationId="{80BC1EF5-EBED-4AC4-B387-8C489328EA39}"/>
          </ac:spMkLst>
        </pc:spChg>
        <pc:grpChg chg="del">
          <ac:chgData name="yoon xihyeon" userId="b03689a23d6da60b" providerId="LiveId" clId="{5D914AD7-9230-47CE-8F52-5A96260F97A5}" dt="2022-12-03T10:21:05.678" v="1852" actId="478"/>
          <ac:grpSpMkLst>
            <pc:docMk/>
            <pc:sldMk cId="1881078102" sldId="291"/>
            <ac:grpSpMk id="35" creationId="{11E25C83-80B1-4393-95ED-E8AB576A35B0}"/>
          </ac:grpSpMkLst>
        </pc:grpChg>
        <pc:grpChg chg="del">
          <ac:chgData name="yoon xihyeon" userId="b03689a23d6da60b" providerId="LiveId" clId="{5D914AD7-9230-47CE-8F52-5A96260F97A5}" dt="2022-12-03T10:21:07.240" v="1853" actId="478"/>
          <ac:grpSpMkLst>
            <pc:docMk/>
            <pc:sldMk cId="1881078102" sldId="291"/>
            <ac:grpSpMk id="38" creationId="{96AA5402-DF74-4BB3-AED0-51C0D35A08BF}"/>
          </ac:grpSpMkLst>
        </pc:grpChg>
        <pc:grpChg chg="del">
          <ac:chgData name="yoon xihyeon" userId="b03689a23d6da60b" providerId="LiveId" clId="{5D914AD7-9230-47CE-8F52-5A96260F97A5}" dt="2022-12-03T10:20:37.937" v="1840" actId="478"/>
          <ac:grpSpMkLst>
            <pc:docMk/>
            <pc:sldMk cId="1881078102" sldId="291"/>
            <ac:grpSpMk id="41" creationId="{C7AD53C5-8293-4807-BCA8-E58FDAF03EF6}"/>
          </ac:grpSpMkLst>
        </pc:grpChg>
      </pc:sldChg>
      <pc:sldChg chg="addSp delSp modSp del mod ord">
        <pc:chgData name="yoon xihyeon" userId="b03689a23d6da60b" providerId="LiveId" clId="{5D914AD7-9230-47CE-8F52-5A96260F97A5}" dt="2022-12-03T10:20:05.987" v="1776" actId="47"/>
        <pc:sldMkLst>
          <pc:docMk/>
          <pc:sldMk cId="3549485027" sldId="292"/>
        </pc:sldMkLst>
        <pc:spChg chg="add del mod">
          <ac:chgData name="yoon xihyeon" userId="b03689a23d6da60b" providerId="LiveId" clId="{5D914AD7-9230-47CE-8F52-5A96260F97A5}" dt="2022-12-03T10:19:46.400" v="1773"/>
          <ac:spMkLst>
            <pc:docMk/>
            <pc:sldMk cId="3549485027" sldId="292"/>
            <ac:spMk id="3" creationId="{11FF9CE1-B5EC-FFA4-22EA-92C931C3D7A6}"/>
          </ac:spMkLst>
        </pc:spChg>
        <pc:spChg chg="del">
          <ac:chgData name="yoon xihyeon" userId="b03689a23d6da60b" providerId="LiveId" clId="{5D914AD7-9230-47CE-8F52-5A96260F97A5}" dt="2022-12-03T10:19:44.102" v="1771" actId="478"/>
          <ac:spMkLst>
            <pc:docMk/>
            <pc:sldMk cId="3549485027" sldId="292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  <pc:graphicFrameChg chg="mod">
          <ac:chgData name="yoon xihyeon" userId="b03689a23d6da60b" providerId="LiveId" clId="{5D914AD7-9230-47CE-8F52-5A96260F97A5}" dt="2022-12-03T10:20:01.366" v="1775" actId="1076"/>
          <ac:graphicFrameMkLst>
            <pc:docMk/>
            <pc:sldMk cId="3549485027" sldId="292"/>
            <ac:graphicFrameMk id="24" creationId="{EE3E2F4D-6BE1-4FCD-B33E-961CD7CF38F5}"/>
          </ac:graphicFrameMkLst>
        </pc:graphicFrameChg>
      </pc:sldChg>
      <pc:sldChg chg="addSp delSp modSp mod">
        <pc:chgData name="yoon xihyeon" userId="b03689a23d6da60b" providerId="LiveId" clId="{5D914AD7-9230-47CE-8F52-5A96260F97A5}" dt="2022-12-03T10:18:45.831" v="1766" actId="478"/>
        <pc:sldMkLst>
          <pc:docMk/>
          <pc:sldMk cId="1438082613" sldId="293"/>
        </pc:sldMkLst>
        <pc:spChg chg="add mod">
          <ac:chgData name="yoon xihyeon" userId="b03689a23d6da60b" providerId="LiveId" clId="{5D914AD7-9230-47CE-8F52-5A96260F97A5}" dt="2022-12-03T10:18:31.042" v="1763" actId="207"/>
          <ac:spMkLst>
            <pc:docMk/>
            <pc:sldMk cId="1438082613" sldId="293"/>
            <ac:spMk id="3" creationId="{747F236F-C956-8247-DA84-DBF48FA4A2F2}"/>
          </ac:spMkLst>
        </pc:spChg>
        <pc:spChg chg="del">
          <ac:chgData name="yoon xihyeon" userId="b03689a23d6da60b" providerId="LiveId" clId="{5D914AD7-9230-47CE-8F52-5A96260F97A5}" dt="2022-12-03T10:18:01.070" v="1718" actId="478"/>
          <ac:spMkLst>
            <pc:docMk/>
            <pc:sldMk cId="1438082613" sldId="293"/>
            <ac:spMk id="9" creationId="{7FFA9BC9-96FB-4B17-AF51-48D81692F2D7}"/>
          </ac:spMkLst>
        </pc:spChg>
        <pc:spChg chg="del">
          <ac:chgData name="yoon xihyeon" userId="b03689a23d6da60b" providerId="LiveId" clId="{5D914AD7-9230-47CE-8F52-5A96260F97A5}" dt="2022-12-03T10:18:44.710" v="1765" actId="478"/>
          <ac:spMkLst>
            <pc:docMk/>
            <pc:sldMk cId="1438082613" sldId="293"/>
            <ac:spMk id="12" creationId="{A79FA120-F414-47F7-A373-3864606C32DD}"/>
          </ac:spMkLst>
        </pc:spChg>
        <pc:spChg chg="del">
          <ac:chgData name="yoon xihyeon" userId="b03689a23d6da60b" providerId="LiveId" clId="{5D914AD7-9230-47CE-8F52-5A96260F97A5}" dt="2022-12-03T10:18:43.132" v="1764" actId="478"/>
          <ac:spMkLst>
            <pc:docMk/>
            <pc:sldMk cId="1438082613" sldId="293"/>
            <ac:spMk id="13" creationId="{C948AD71-585F-461D-A45B-DEFFEE9BE933}"/>
          </ac:spMkLst>
        </pc:spChg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  <pc:graphicFrameChg chg="del">
          <ac:chgData name="yoon xihyeon" userId="b03689a23d6da60b" providerId="LiveId" clId="{5D914AD7-9230-47CE-8F52-5A96260F97A5}" dt="2022-12-03T10:17:49.341" v="1717" actId="478"/>
          <ac:graphicFrameMkLst>
            <pc:docMk/>
            <pc:sldMk cId="1438082613" sldId="293"/>
            <ac:graphicFrameMk id="11" creationId="{1B6CB4A3-1B73-4653-A34C-85DA2F8872C7}"/>
          </ac:graphicFrameMkLst>
        </pc:graphicFrameChg>
        <pc:cxnChg chg="del">
          <ac:chgData name="yoon xihyeon" userId="b03689a23d6da60b" providerId="LiveId" clId="{5D914AD7-9230-47CE-8F52-5A96260F97A5}" dt="2022-12-03T10:18:45.831" v="1766" actId="478"/>
          <ac:cxnSpMkLst>
            <pc:docMk/>
            <pc:sldMk cId="1438082613" sldId="293"/>
            <ac:cxnSpMk id="14" creationId="{881915D1-0F89-4303-80B5-E5E4408EC583}"/>
          </ac:cxnSpMkLst>
        </pc:cxnChg>
      </pc:sldChg>
      <pc:sldChg chg="addSp delSp modSp mod">
        <pc:chgData name="yoon xihyeon" userId="b03689a23d6da60b" providerId="LiveId" clId="{5D914AD7-9230-47CE-8F52-5A96260F97A5}" dt="2022-12-03T10:37:11.640" v="2148"/>
        <pc:sldMkLst>
          <pc:docMk/>
          <pc:sldMk cId="2199263989" sldId="294"/>
        </pc:sldMkLst>
        <pc:spChg chg="mod">
          <ac:chgData name="yoon xihyeon" userId="b03689a23d6da60b" providerId="LiveId" clId="{5D914AD7-9230-47CE-8F52-5A96260F97A5}" dt="2022-12-03T10:29:31.973" v="1995" actId="207"/>
          <ac:spMkLst>
            <pc:docMk/>
            <pc:sldMk cId="2199263989" sldId="294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07:27.505" v="1587" actId="478"/>
          <ac:spMkLst>
            <pc:docMk/>
            <pc:sldMk cId="2199263989" sldId="294"/>
            <ac:spMk id="6" creationId="{52457443-236A-4B97-AB90-9C203498A48B}"/>
          </ac:spMkLst>
        </pc:spChg>
        <pc:spChg chg="add mod ord">
          <ac:chgData name="yoon xihyeon" userId="b03689a23d6da60b" providerId="LiveId" clId="{5D914AD7-9230-47CE-8F52-5A96260F97A5}" dt="2022-12-03T10:14:13.382" v="1632" actId="14100"/>
          <ac:spMkLst>
            <pc:docMk/>
            <pc:sldMk cId="2199263989" sldId="294"/>
            <ac:spMk id="7" creationId="{7862B3F7-5E25-A7FD-40E4-E5950191F795}"/>
          </ac:spMkLst>
        </pc:spChg>
        <pc:spChg chg="add mod">
          <ac:chgData name="yoon xihyeon" userId="b03689a23d6da60b" providerId="LiveId" clId="{5D914AD7-9230-47CE-8F52-5A96260F97A5}" dt="2022-12-03T10:09:39.936" v="1598"/>
          <ac:spMkLst>
            <pc:docMk/>
            <pc:sldMk cId="2199263989" sldId="294"/>
            <ac:spMk id="10" creationId="{36A05DBC-716C-A018-6FC2-C1375396264B}"/>
          </ac:spMkLst>
        </pc:spChg>
        <pc:spChg chg="add mod">
          <ac:chgData name="yoon xihyeon" userId="b03689a23d6da60b" providerId="LiveId" clId="{5D914AD7-9230-47CE-8F52-5A96260F97A5}" dt="2022-12-03T10:14:42.021" v="1656" actId="20577"/>
          <ac:spMkLst>
            <pc:docMk/>
            <pc:sldMk cId="2199263989" sldId="294"/>
            <ac:spMk id="11" creationId="{16B4C177-3785-15B4-24B7-813AB7B65563}"/>
          </ac:spMkLst>
        </pc:spChg>
        <pc:spChg chg="add del mod">
          <ac:chgData name="yoon xihyeon" userId="b03689a23d6da60b" providerId="LiveId" clId="{5D914AD7-9230-47CE-8F52-5A96260F97A5}" dt="2022-12-03T10:37:02.041" v="2144" actId="21"/>
          <ac:spMkLst>
            <pc:docMk/>
            <pc:sldMk cId="2199263989" sldId="294"/>
            <ac:spMk id="12" creationId="{CB63722A-45C0-DA96-8D10-A88D88E14E0E}"/>
          </ac:spMkLst>
        </pc:spChg>
        <pc:spChg chg="add mod">
          <ac:chgData name="yoon xihyeon" userId="b03689a23d6da60b" providerId="LiveId" clId="{5D914AD7-9230-47CE-8F52-5A96260F97A5}" dt="2022-12-03T10:37:11.640" v="2148"/>
          <ac:spMkLst>
            <pc:docMk/>
            <pc:sldMk cId="2199263989" sldId="294"/>
            <ac:spMk id="13" creationId="{655BB24B-4520-62AE-119A-9AB8CF3BF345}"/>
          </ac:spMkLst>
        </pc:spChg>
        <pc:grpChg chg="del">
          <ac:chgData name="yoon xihyeon" userId="b03689a23d6da60b" providerId="LiveId" clId="{5D914AD7-9230-47CE-8F52-5A96260F97A5}" dt="2022-12-03T10:07:25.626" v="1586" actId="478"/>
          <ac:grpSpMkLst>
            <pc:docMk/>
            <pc:sldMk cId="2199263989" sldId="294"/>
            <ac:grpSpMk id="2" creationId="{98FFD00A-2DF4-4775-AAC7-43F3FE6D0795}"/>
          </ac:grpSpMkLst>
        </pc:grpChg>
        <pc:cxnChg chg="add mod">
          <ac:chgData name="yoon xihyeon" userId="b03689a23d6da60b" providerId="LiveId" clId="{5D914AD7-9230-47CE-8F52-5A96260F97A5}" dt="2022-12-03T10:09:31.275" v="1597" actId="14100"/>
          <ac:cxnSpMkLst>
            <pc:docMk/>
            <pc:sldMk cId="2199263989" sldId="294"/>
            <ac:cxnSpMk id="8" creationId="{07DCB200-54C0-4AD3-99C4-9FB451D035F3}"/>
          </ac:cxnSpMkLst>
        </pc:cxn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8T05:00:09.296" v="83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del">
        <pc:chgData name="yoon xihyeon" userId="b03689a23d6da60b" providerId="LiveId" clId="{5D914AD7-9230-47CE-8F52-5A96260F97A5}" dt="2022-12-03T10:07:18.192" v="1583" actId="47"/>
        <pc:sldMkLst>
          <pc:docMk/>
          <pc:sldMk cId="4070689933" sldId="299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del">
        <pc:chgData name="yoon xihyeon" userId="b03689a23d6da60b" providerId="LiveId" clId="{5D914AD7-9230-47CE-8F52-5A96260F97A5}" dt="2022-11-28T05:00:24.686" v="837"/>
        <pc:sldMkLst>
          <pc:docMk/>
          <pc:sldMk cId="2285601434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modSp add mod">
        <pc:chgData name="yoon xihyeon" userId="b03689a23d6da60b" providerId="LiveId" clId="{5D914AD7-9230-47CE-8F52-5A96260F97A5}" dt="2022-12-03T10:30:11.101" v="1998" actId="207"/>
        <pc:sldMkLst>
          <pc:docMk/>
          <pc:sldMk cId="2580032353" sldId="330"/>
        </pc:sldMkLst>
        <pc:spChg chg="mod">
          <ac:chgData name="yoon xihyeon" userId="b03689a23d6da60b" providerId="LiveId" clId="{5D914AD7-9230-47CE-8F52-5A96260F97A5}" dt="2022-12-03T10:30:11.101" v="1998" actId="207"/>
          <ac:spMkLst>
            <pc:docMk/>
            <pc:sldMk cId="2580032353" sldId="330"/>
            <ac:spMk id="3" creationId="{82DB4BDC-A0CD-EB19-D9B9-A42A0DB3391B}"/>
          </ac:spMkLst>
        </pc:spChg>
      </pc:sldChg>
      <pc:sldChg chg="modSp add mod">
        <pc:chgData name="yoon xihyeon" userId="b03689a23d6da60b" providerId="LiveId" clId="{5D914AD7-9230-47CE-8F52-5A96260F97A5}" dt="2022-12-03T10:30:19.942" v="1999" actId="207"/>
        <pc:sldMkLst>
          <pc:docMk/>
          <pc:sldMk cId="3975752944" sldId="331"/>
        </pc:sldMkLst>
        <pc:spChg chg="mod">
          <ac:chgData name="yoon xihyeon" userId="b03689a23d6da60b" providerId="LiveId" clId="{5D914AD7-9230-47CE-8F52-5A96260F97A5}" dt="2022-12-03T10:30:19.942" v="1999" actId="207"/>
          <ac:spMkLst>
            <pc:docMk/>
            <pc:sldMk cId="3975752944" sldId="331"/>
            <ac:spMk id="5" creationId="{6D3E7D93-F159-2F4C-F16A-ADB709F3EE77}"/>
          </ac:spMkLst>
        </pc:spChg>
      </pc:sldChg>
      <pc:sldChg chg="modSp add mod">
        <pc:chgData name="yoon xihyeon" userId="b03689a23d6da60b" providerId="LiveId" clId="{5D914AD7-9230-47CE-8F52-5A96260F97A5}" dt="2022-12-03T10:29:51.441" v="1996" actId="207"/>
        <pc:sldMkLst>
          <pc:docMk/>
          <pc:sldMk cId="326280623" sldId="332"/>
        </pc:sldMkLst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2" creationId="{FCBB0498-13C3-48CC-9BFE-7243BE8082B0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3" creationId="{90C0895B-7B4E-4FB6-95D6-6192E6C6C6FE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4" creationId="{1EF51587-4B82-43A7-8A06-3BA5E76F90F4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5" creationId="{C42A27B8-3421-9530-A1D5-A9C7F0FA725A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6" creationId="{0CD0AB23-035A-7CED-AF07-C0BD544940FB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8" creationId="{BCC1BEFE-B3B1-57F7-6A89-B176267D896B}"/>
          </ac:spMkLst>
        </pc:spChg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 del">
        <pc:chgData name="yoon xihyeon" userId="b03689a23d6da60b" providerId="LiveId" clId="{5D914AD7-9230-47CE-8F52-5A96260F97A5}" dt="2022-11-28T05:00:32.445" v="838" actId="47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  <pc:sldChg chg="addSp delSp modSp add mod">
        <pc:chgData name="yoon xihyeon" userId="b03689a23d6da60b" providerId="LiveId" clId="{5D914AD7-9230-47CE-8F52-5A96260F97A5}" dt="2022-12-03T10:33:33.573" v="2090" actId="20577"/>
        <pc:sldMkLst>
          <pc:docMk/>
          <pc:sldMk cId="4265482267" sldId="348"/>
        </pc:sldMkLst>
        <pc:spChg chg="mod">
          <ac:chgData name="yoon xihyeon" userId="b03689a23d6da60b" providerId="LiveId" clId="{5D914AD7-9230-47CE-8F52-5A96260F97A5}" dt="2022-12-03T10:33:33.573" v="2090" actId="20577"/>
          <ac:spMkLst>
            <pc:docMk/>
            <pc:sldMk cId="4265482267" sldId="348"/>
            <ac:spMk id="3" creationId="{92636388-5B89-5E13-9EFC-F5830EF1F6BC}"/>
          </ac:spMkLst>
        </pc:spChg>
        <pc:spChg chg="add mod">
          <ac:chgData name="yoon xihyeon" userId="b03689a23d6da60b" providerId="LiveId" clId="{5D914AD7-9230-47CE-8F52-5A96260F97A5}" dt="2022-12-03T10:11:03.491" v="1605" actId="207"/>
          <ac:spMkLst>
            <pc:docMk/>
            <pc:sldMk cId="4265482267" sldId="348"/>
            <ac:spMk id="7" creationId="{E93C424B-79A3-B0BC-53EE-BDDC68FAE2B4}"/>
          </ac:spMkLst>
        </pc:spChg>
        <pc:spChg chg="del">
          <ac:chgData name="yoon xihyeon" userId="b03689a23d6da60b" providerId="LiveId" clId="{5D914AD7-9230-47CE-8F52-5A96260F97A5}" dt="2022-12-03T09:45:20.877" v="891" actId="478"/>
          <ac:spMkLst>
            <pc:docMk/>
            <pc:sldMk cId="4265482267" sldId="348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5:24.238" v="894" actId="478"/>
          <ac:spMkLst>
            <pc:docMk/>
            <pc:sldMk cId="4265482267" sldId="348"/>
            <ac:spMk id="11" creationId="{AAD8210A-010D-4E5D-881B-5A056565008D}"/>
          </ac:spMkLst>
        </pc:spChg>
        <pc:spChg chg="mod">
          <ac:chgData name="yoon xihyeon" userId="b03689a23d6da60b" providerId="LiveId" clId="{5D914AD7-9230-47CE-8F52-5A96260F97A5}" dt="2022-12-03T09:52:32.808" v="989" actId="1076"/>
          <ac:spMkLst>
            <pc:docMk/>
            <pc:sldMk cId="4265482267" sldId="348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0:26.517" v="967" actId="478"/>
          <ac:spMkLst>
            <pc:docMk/>
            <pc:sldMk cId="4265482267" sldId="348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5:28.760" v="897" actId="478"/>
          <ac:spMkLst>
            <pc:docMk/>
            <pc:sldMk cId="4265482267" sldId="348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5:21.830" v="892" actId="478"/>
          <ac:spMkLst>
            <pc:docMk/>
            <pc:sldMk cId="4265482267" sldId="348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5:27.852" v="896" actId="478"/>
          <ac:spMkLst>
            <pc:docMk/>
            <pc:sldMk cId="4265482267" sldId="348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5:23.035" v="893" actId="478"/>
          <ac:spMkLst>
            <pc:docMk/>
            <pc:sldMk cId="4265482267" sldId="348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0:24.414" v="966" actId="478"/>
          <ac:spMkLst>
            <pc:docMk/>
            <pc:sldMk cId="4265482267" sldId="348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10:04:06.352" v="1545" actId="20577"/>
          <ac:spMkLst>
            <pc:docMk/>
            <pc:sldMk cId="4265482267" sldId="348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5:26.100" v="895" actId="478"/>
          <ac:spMkLst>
            <pc:docMk/>
            <pc:sldMk cId="4265482267" sldId="348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6:02.684" v="905" actId="478"/>
          <ac:spMkLst>
            <pc:docMk/>
            <pc:sldMk cId="4265482267" sldId="348"/>
            <ac:spMk id="25" creationId="{D1CC9224-6BFE-4B92-BA7E-42C9CD1E5C67}"/>
          </ac:spMkLst>
        </pc:spChg>
        <pc:grpChg chg="add mod">
          <ac:chgData name="yoon xihyeon" userId="b03689a23d6da60b" providerId="LiveId" clId="{5D914AD7-9230-47CE-8F52-5A96260F97A5}" dt="2022-12-03T09:51:37.665" v="978" actId="164"/>
          <ac:grpSpMkLst>
            <pc:docMk/>
            <pc:sldMk cId="4265482267" sldId="348"/>
            <ac:grpSpMk id="8" creationId="{B7146D0B-6384-A88A-BD5B-E8C6D82D9F2A}"/>
          </ac:grpSpMkLst>
        </pc:grpChg>
      </pc:sldChg>
      <pc:sldChg chg="addSp delSp modSp add del mod">
        <pc:chgData name="yoon xihyeon" userId="b03689a23d6da60b" providerId="LiveId" clId="{5D914AD7-9230-47CE-8F52-5A96260F97A5}" dt="2022-12-03T09:55:08.174" v="1047" actId="47"/>
        <pc:sldMkLst>
          <pc:docMk/>
          <pc:sldMk cId="2000032108" sldId="349"/>
        </pc:sldMkLst>
        <pc:spChg chg="add mod">
          <ac:chgData name="yoon xihyeon" userId="b03689a23d6da60b" providerId="LiveId" clId="{5D914AD7-9230-47CE-8F52-5A96260F97A5}" dt="2022-12-03T09:53:41.474" v="1025" actId="1076"/>
          <ac:spMkLst>
            <pc:docMk/>
            <pc:sldMk cId="2000032108" sldId="349"/>
            <ac:spMk id="7" creationId="{1E18A045-F8DB-5136-DA8E-EFA73CE186B4}"/>
          </ac:spMkLst>
        </pc:spChg>
        <pc:spChg chg="del">
          <ac:chgData name="yoon xihyeon" userId="b03689a23d6da60b" providerId="LiveId" clId="{5D914AD7-9230-47CE-8F52-5A96260F97A5}" dt="2022-12-03T09:43:32.106" v="864" actId="478"/>
          <ac:spMkLst>
            <pc:docMk/>
            <pc:sldMk cId="2000032108" sldId="349"/>
            <ac:spMk id="10" creationId="{1CABAF0A-198C-4992-B7B0-4B084BD61064}"/>
          </ac:spMkLst>
        </pc:spChg>
        <pc:spChg chg="add del mod">
          <ac:chgData name="yoon xihyeon" userId="b03689a23d6da60b" providerId="LiveId" clId="{5D914AD7-9230-47CE-8F52-5A96260F97A5}" dt="2022-12-03T09:54:03.181" v="1031" actId="478"/>
          <ac:spMkLst>
            <pc:docMk/>
            <pc:sldMk cId="2000032108" sldId="349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3:32.779" v="865" actId="478"/>
          <ac:spMkLst>
            <pc:docMk/>
            <pc:sldMk cId="2000032108" sldId="349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4:04.712" v="1032" actId="478"/>
          <ac:spMkLst>
            <pc:docMk/>
            <pc:sldMk cId="2000032108" sldId="349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3:33.685" v="866" actId="478"/>
          <ac:spMkLst>
            <pc:docMk/>
            <pc:sldMk cId="2000032108" sldId="349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3:29.742" v="862" actId="478"/>
          <ac:spMkLst>
            <pc:docMk/>
            <pc:sldMk cId="2000032108" sldId="349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3:34.906" v="867" actId="478"/>
          <ac:spMkLst>
            <pc:docMk/>
            <pc:sldMk cId="2000032108" sldId="349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3:31.213" v="863" actId="478"/>
          <ac:spMkLst>
            <pc:docMk/>
            <pc:sldMk cId="2000032108" sldId="349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4:01.346" v="1029" actId="478"/>
          <ac:spMkLst>
            <pc:docMk/>
            <pc:sldMk cId="2000032108" sldId="349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09:54:52.849" v="1045" actId="1076"/>
          <ac:spMkLst>
            <pc:docMk/>
            <pc:sldMk cId="2000032108" sldId="349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3:37.657" v="868" actId="478"/>
          <ac:spMkLst>
            <pc:docMk/>
            <pc:sldMk cId="2000032108" sldId="349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3:28.803" v="861" actId="478"/>
          <ac:spMkLst>
            <pc:docMk/>
            <pc:sldMk cId="2000032108" sldId="349"/>
            <ac:spMk id="25" creationId="{D1CC9224-6BFE-4B92-BA7E-42C9CD1E5C67}"/>
          </ac:spMkLst>
        </pc:spChg>
      </pc:sldChg>
      <pc:sldChg chg="addSp delSp modSp add del mod">
        <pc:chgData name="yoon xihyeon" userId="b03689a23d6da60b" providerId="LiveId" clId="{5D914AD7-9230-47CE-8F52-5A96260F97A5}" dt="2022-12-03T09:55:09.904" v="1048" actId="47"/>
        <pc:sldMkLst>
          <pc:docMk/>
          <pc:sldMk cId="2806025756" sldId="350"/>
        </pc:sldMkLst>
        <pc:spChg chg="add mod">
          <ac:chgData name="yoon xihyeon" userId="b03689a23d6da60b" providerId="LiveId" clId="{5D914AD7-9230-47CE-8F52-5A96260F97A5}" dt="2022-12-03T09:49:25.293" v="950"/>
          <ac:spMkLst>
            <pc:docMk/>
            <pc:sldMk cId="2806025756" sldId="350"/>
            <ac:spMk id="7" creationId="{887AA479-3CDC-D989-2EE4-A75D56747DAA}"/>
          </ac:spMkLst>
        </pc:spChg>
        <pc:spChg chg="mod">
          <ac:chgData name="yoon xihyeon" userId="b03689a23d6da60b" providerId="LiveId" clId="{5D914AD7-9230-47CE-8F52-5A96260F97A5}" dt="2022-12-03T09:47:03.633" v="922" actId="14100"/>
          <ac:spMkLst>
            <pc:docMk/>
            <pc:sldMk cId="2806025756" sldId="350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2:23.306" v="852" actId="478"/>
          <ac:spMkLst>
            <pc:docMk/>
            <pc:sldMk cId="2806025756" sldId="350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2:09.674" v="844" actId="478"/>
          <ac:spMkLst>
            <pc:docMk/>
            <pc:sldMk cId="2806025756" sldId="350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42:13.093" v="846" actId="478"/>
          <ac:spMkLst>
            <pc:docMk/>
            <pc:sldMk cId="2806025756" sldId="350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2:20.542" v="849" actId="478"/>
          <ac:spMkLst>
            <pc:docMk/>
            <pc:sldMk cId="2806025756" sldId="350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2:12.031" v="845" actId="478"/>
          <ac:spMkLst>
            <pc:docMk/>
            <pc:sldMk cId="2806025756" sldId="350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2:19.493" v="848" actId="478"/>
          <ac:spMkLst>
            <pc:docMk/>
            <pc:sldMk cId="2806025756" sldId="350"/>
            <ac:spMk id="21" creationId="{1BE971A6-8C1F-45B2-84FF-4DF373B39634}"/>
          </ac:spMkLst>
        </pc:spChg>
        <pc:spChg chg="add del mod ord">
          <ac:chgData name="yoon xihyeon" userId="b03689a23d6da60b" providerId="LiveId" clId="{5D914AD7-9230-47CE-8F52-5A96260F97A5}" dt="2022-12-03T09:43:10.416" v="860" actId="14100"/>
          <ac:spMkLst>
            <pc:docMk/>
            <pc:sldMk cId="2806025756" sldId="350"/>
            <ac:spMk id="23" creationId="{BD3B10E6-E104-471D-8D2E-2FA0DD279594}"/>
          </ac:spMkLst>
        </pc:spChg>
        <pc:spChg chg="del mod">
          <ac:chgData name="yoon xihyeon" userId="b03689a23d6da60b" providerId="LiveId" clId="{5D914AD7-9230-47CE-8F52-5A96260F97A5}" dt="2022-12-03T09:42:22.869" v="851" actId="478"/>
          <ac:spMkLst>
            <pc:docMk/>
            <pc:sldMk cId="2806025756" sldId="350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2:33.638" v="854" actId="478"/>
          <ac:spMkLst>
            <pc:docMk/>
            <pc:sldMk cId="2806025756" sldId="350"/>
            <ac:spMk id="25" creationId="{D1CC9224-6BFE-4B92-BA7E-42C9CD1E5C67}"/>
          </ac:spMkLst>
        </pc:spChg>
      </pc:sldChg>
      <pc:sldChg chg="modSp add mod">
        <pc:chgData name="yoon xihyeon" userId="b03689a23d6da60b" providerId="LiveId" clId="{5D914AD7-9230-47CE-8F52-5A96260F97A5}" dt="2022-12-03T10:33:44.171" v="2094" actId="20577"/>
        <pc:sldMkLst>
          <pc:docMk/>
          <pc:sldMk cId="2881644187" sldId="351"/>
        </pc:sldMkLst>
        <pc:spChg chg="mod">
          <ac:chgData name="yoon xihyeon" userId="b03689a23d6da60b" providerId="LiveId" clId="{5D914AD7-9230-47CE-8F52-5A96260F97A5}" dt="2022-12-03T10:33:44.171" v="2094" actId="20577"/>
          <ac:spMkLst>
            <pc:docMk/>
            <pc:sldMk cId="2881644187" sldId="351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0:11:24.209" v="1608" actId="207"/>
          <ac:spMkLst>
            <pc:docMk/>
            <pc:sldMk cId="2881644187" sldId="351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09:55:37.392" v="1052" actId="207"/>
          <ac:spMkLst>
            <pc:docMk/>
            <pc:sldMk cId="2881644187" sldId="351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09:56:24.501" v="1074" actId="20577"/>
          <ac:spMkLst>
            <pc:docMk/>
            <pc:sldMk cId="2881644187" sldId="351"/>
            <ac:spMk id="23" creationId="{BD3B10E6-E104-471D-8D2E-2FA0DD279594}"/>
          </ac:spMkLst>
        </pc:spChg>
      </pc:sldChg>
      <pc:sldChg chg="modSp add mod">
        <pc:chgData name="yoon xihyeon" userId="b03689a23d6da60b" providerId="LiveId" clId="{5D914AD7-9230-47CE-8F52-5A96260F97A5}" dt="2022-12-03T10:33:51.401" v="2096" actId="20577"/>
        <pc:sldMkLst>
          <pc:docMk/>
          <pc:sldMk cId="1848810976" sldId="352"/>
        </pc:sldMkLst>
        <pc:spChg chg="mod">
          <ac:chgData name="yoon xihyeon" userId="b03689a23d6da60b" providerId="LiveId" clId="{5D914AD7-9230-47CE-8F52-5A96260F97A5}" dt="2022-12-03T10:33:51.401" v="2096" actId="20577"/>
          <ac:spMkLst>
            <pc:docMk/>
            <pc:sldMk cId="1848810976" sldId="352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0:11:34.763" v="1610" actId="207"/>
          <ac:spMkLst>
            <pc:docMk/>
            <pc:sldMk cId="1848810976" sldId="352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09:58:49.460" v="1275" actId="20578"/>
          <ac:spMkLst>
            <pc:docMk/>
            <pc:sldMk cId="1848810976" sldId="352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0:01:10.115" v="1411" actId="1076"/>
          <ac:spMkLst>
            <pc:docMk/>
            <pc:sldMk cId="1848810976" sldId="352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09:58:49.460" v="1275" actId="20578"/>
          <ac:grpSpMkLst>
            <pc:docMk/>
            <pc:sldMk cId="1848810976" sldId="352"/>
            <ac:grpSpMk id="8" creationId="{B7146D0B-6384-A88A-BD5B-E8C6D82D9F2A}"/>
          </ac:grpSpMkLst>
        </pc:grpChg>
      </pc:sldChg>
      <pc:sldChg chg="addSp delSp modSp add mod">
        <pc:chgData name="yoon xihyeon" userId="b03689a23d6da60b" providerId="LiveId" clId="{5D914AD7-9230-47CE-8F52-5A96260F97A5}" dt="2022-12-03T10:37:19.952" v="2149"/>
        <pc:sldMkLst>
          <pc:docMk/>
          <pc:sldMk cId="3076298570" sldId="353"/>
        </pc:sldMkLst>
        <pc:spChg chg="add mod ord">
          <ac:chgData name="yoon xihyeon" userId="b03689a23d6da60b" providerId="LiveId" clId="{5D914AD7-9230-47CE-8F52-5A96260F97A5}" dt="2022-12-03T10:29:23.901" v="1992" actId="1035"/>
          <ac:spMkLst>
            <pc:docMk/>
            <pc:sldMk cId="3076298570" sldId="353"/>
            <ac:spMk id="2" creationId="{B994963E-0FB4-0630-99CD-87C9BDEBBFD0}"/>
          </ac:spMkLst>
        </pc:spChg>
        <pc:spChg chg="add mod">
          <ac:chgData name="yoon xihyeon" userId="b03689a23d6da60b" providerId="LiveId" clId="{5D914AD7-9230-47CE-8F52-5A96260F97A5}" dt="2022-12-03T10:37:19.952" v="2149"/>
          <ac:spMkLst>
            <pc:docMk/>
            <pc:sldMk cId="3076298570" sldId="353"/>
            <ac:spMk id="3" creationId="{5B0642E0-F60C-7A50-397B-192F5AEA715C}"/>
          </ac:spMkLst>
        </pc:spChg>
        <pc:spChg chg="mod">
          <ac:chgData name="yoon xihyeon" userId="b03689a23d6da60b" providerId="LiveId" clId="{5D914AD7-9230-47CE-8F52-5A96260F97A5}" dt="2022-12-03T10:29:26.654" v="1994" actId="207"/>
          <ac:spMkLst>
            <pc:docMk/>
            <pc:sldMk cId="3076298570" sldId="353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16:34.497" v="1703" actId="478"/>
          <ac:spMkLst>
            <pc:docMk/>
            <pc:sldMk cId="3076298570" sldId="353"/>
            <ac:spMk id="7" creationId="{7862B3F7-5E25-A7FD-40E4-E5950191F795}"/>
          </ac:spMkLst>
        </pc:spChg>
        <pc:spChg chg="del mod">
          <ac:chgData name="yoon xihyeon" userId="b03689a23d6da60b" providerId="LiveId" clId="{5D914AD7-9230-47CE-8F52-5A96260F97A5}" dt="2022-12-03T10:37:10.153" v="2147" actId="21"/>
          <ac:spMkLst>
            <pc:docMk/>
            <pc:sldMk cId="3076298570" sldId="353"/>
            <ac:spMk id="12" creationId="{CB63722A-45C0-DA96-8D10-A88D88E14E0E}"/>
          </ac:spMkLst>
        </pc:spChg>
      </pc:sldChg>
      <pc:sldChg chg="addSp delSp modSp add mod">
        <pc:chgData name="yoon xihyeon" userId="b03689a23d6da60b" providerId="LiveId" clId="{5D914AD7-9230-47CE-8F52-5A96260F97A5}" dt="2022-12-03T10:34:04.847" v="2103" actId="20577"/>
        <pc:sldMkLst>
          <pc:docMk/>
          <pc:sldMk cId="363000580" sldId="354"/>
        </pc:sldMkLst>
        <pc:spChg chg="del">
          <ac:chgData name="yoon xihyeon" userId="b03689a23d6da60b" providerId="LiveId" clId="{5D914AD7-9230-47CE-8F52-5A96260F97A5}" dt="2022-12-03T10:16:56.149" v="1709" actId="478"/>
          <ac:spMkLst>
            <pc:docMk/>
            <pc:sldMk cId="363000580" sldId="354"/>
            <ac:spMk id="2" creationId="{B994963E-0FB4-0630-99CD-87C9BDEBBFD0}"/>
          </ac:spMkLst>
        </pc:spChg>
        <pc:spChg chg="add mod ord">
          <ac:chgData name="yoon xihyeon" userId="b03689a23d6da60b" providerId="LiveId" clId="{5D914AD7-9230-47CE-8F52-5A96260F97A5}" dt="2022-12-03T10:30:53.195" v="2006" actId="1036"/>
          <ac:spMkLst>
            <pc:docMk/>
            <pc:sldMk cId="363000580" sldId="354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0:56.137" v="2008" actId="207"/>
          <ac:spMkLst>
            <pc:docMk/>
            <pc:sldMk cId="363000580" sldId="354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4.847" v="2103" actId="20577"/>
          <ac:spMkLst>
            <pc:docMk/>
            <pc:sldMk cId="363000580" sldId="354"/>
            <ac:spMk id="12" creationId="{CB63722A-45C0-DA96-8D10-A88D88E14E0E}"/>
          </ac:spMkLst>
        </pc:spChg>
      </pc:sldChg>
      <pc:sldChg chg="addSp delSp modSp add mod">
        <pc:chgData name="yoon xihyeon" userId="b03689a23d6da60b" providerId="LiveId" clId="{5D914AD7-9230-47CE-8F52-5A96260F97A5}" dt="2022-12-03T10:34:07.016" v="2104" actId="20577"/>
        <pc:sldMkLst>
          <pc:docMk/>
          <pc:sldMk cId="719028497" sldId="355"/>
        </pc:sldMkLst>
        <pc:spChg chg="add mod ord">
          <ac:chgData name="yoon xihyeon" userId="b03689a23d6da60b" providerId="LiveId" clId="{5D914AD7-9230-47CE-8F52-5A96260F97A5}" dt="2022-12-03T10:17:18.411" v="1714" actId="167"/>
          <ac:spMkLst>
            <pc:docMk/>
            <pc:sldMk cId="719028497" sldId="355"/>
            <ac:spMk id="2" creationId="{4213C91C-166F-499B-1543-6482AA6C2A27}"/>
          </ac:spMkLst>
        </pc:spChg>
        <pc:spChg chg="del">
          <ac:chgData name="yoon xihyeon" userId="b03689a23d6da60b" providerId="LiveId" clId="{5D914AD7-9230-47CE-8F52-5A96260F97A5}" dt="2022-12-03T10:17:19.536" v="1715" actId="478"/>
          <ac:spMkLst>
            <pc:docMk/>
            <pc:sldMk cId="719028497" sldId="355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1:00.424" v="2009" actId="207"/>
          <ac:spMkLst>
            <pc:docMk/>
            <pc:sldMk cId="719028497" sldId="355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7.016" v="2104" actId="20577"/>
          <ac:spMkLst>
            <pc:docMk/>
            <pc:sldMk cId="719028497" sldId="355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7:05.604" v="2146"/>
        <pc:sldMkLst>
          <pc:docMk/>
          <pc:sldMk cId="3399616171" sldId="356"/>
        </pc:sldMkLst>
        <pc:spChg chg="add del mod">
          <ac:chgData name="yoon xihyeon" userId="b03689a23d6da60b" providerId="LiveId" clId="{5D914AD7-9230-47CE-8F52-5A96260F97A5}" dt="2022-12-03T10:37:04.870" v="2145" actId="478"/>
          <ac:spMkLst>
            <pc:docMk/>
            <pc:sldMk cId="3399616171" sldId="356"/>
            <ac:spMk id="2" creationId="{31A5949A-B189-68B9-7839-152E3CE24638}"/>
          </ac:spMkLst>
        </pc:spChg>
        <pc:spChg chg="add mod ord">
          <ac:chgData name="yoon xihyeon" userId="b03689a23d6da60b" providerId="LiveId" clId="{5D914AD7-9230-47CE-8F52-5A96260F97A5}" dt="2022-12-03T10:36:28.948" v="2137" actId="167"/>
          <ac:spMkLst>
            <pc:docMk/>
            <pc:sldMk cId="3399616171" sldId="356"/>
            <ac:spMk id="3" creationId="{27FC7C8F-065E-310A-2A2E-97113646C290}"/>
          </ac:spMkLst>
        </pc:spChg>
        <pc:spChg chg="add mod">
          <ac:chgData name="yoon xihyeon" userId="b03689a23d6da60b" providerId="LiveId" clId="{5D914AD7-9230-47CE-8F52-5A96260F97A5}" dt="2022-12-03T10:37:05.604" v="2146"/>
          <ac:spMkLst>
            <pc:docMk/>
            <pc:sldMk cId="3399616171" sldId="356"/>
            <ac:spMk id="4" creationId="{003175B6-0AC0-9EA7-2ED3-674ED30C0CAE}"/>
          </ac:spMkLst>
        </pc:spChg>
        <pc:spChg chg="del">
          <ac:chgData name="yoon xihyeon" userId="b03689a23d6da60b" providerId="LiveId" clId="{5D914AD7-9230-47CE-8F52-5A96260F97A5}" dt="2022-12-03T10:36:30.386" v="2138" actId="478"/>
          <ac:spMkLst>
            <pc:docMk/>
            <pc:sldMk cId="3399616171" sldId="356"/>
            <ac:spMk id="7" creationId="{7862B3F7-5E25-A7FD-40E4-E5950191F795}"/>
          </ac:spMkLst>
        </pc:spChg>
        <pc:spChg chg="del">
          <ac:chgData name="yoon xihyeon" userId="b03689a23d6da60b" providerId="LiveId" clId="{5D914AD7-9230-47CE-8F52-5A96260F97A5}" dt="2022-12-03T10:34:30.237" v="2108" actId="478"/>
          <ac:spMkLst>
            <pc:docMk/>
            <pc:sldMk cId="3399616171" sldId="356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42.585" v="2114"/>
        <pc:sldMkLst>
          <pc:docMk/>
          <pc:sldMk cId="2003745268" sldId="357"/>
        </pc:sldMkLst>
        <pc:spChg chg="add mod">
          <ac:chgData name="yoon xihyeon" userId="b03689a23d6da60b" providerId="LiveId" clId="{5D914AD7-9230-47CE-8F52-5A96260F97A5}" dt="2022-12-03T10:34:42.585" v="2114"/>
          <ac:spMkLst>
            <pc:docMk/>
            <pc:sldMk cId="2003745268" sldId="357"/>
            <ac:spMk id="3" creationId="{37574878-3EEB-78B2-98FA-FD715F35483A}"/>
          </ac:spMkLst>
        </pc:spChg>
        <pc:spChg chg="del">
          <ac:chgData name="yoon xihyeon" userId="b03689a23d6da60b" providerId="LiveId" clId="{5D914AD7-9230-47CE-8F52-5A96260F97A5}" dt="2022-12-03T10:34:42.240" v="2113" actId="478"/>
          <ac:spMkLst>
            <pc:docMk/>
            <pc:sldMk cId="2003745268" sldId="357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56.600" v="2119"/>
        <pc:sldMkLst>
          <pc:docMk/>
          <pc:sldMk cId="2460096975" sldId="358"/>
        </pc:sldMkLst>
        <pc:spChg chg="add mod">
          <ac:chgData name="yoon xihyeon" userId="b03689a23d6da60b" providerId="LiveId" clId="{5D914AD7-9230-47CE-8F52-5A96260F97A5}" dt="2022-12-03T10:34:56.600" v="2119"/>
          <ac:spMkLst>
            <pc:docMk/>
            <pc:sldMk cId="2460096975" sldId="358"/>
            <ac:spMk id="2" creationId="{5D92EB44-D924-27C7-04BE-FB782AE9B829}"/>
          </ac:spMkLst>
        </pc:spChg>
        <pc:spChg chg="del">
          <ac:chgData name="yoon xihyeon" userId="b03689a23d6da60b" providerId="LiveId" clId="{5D914AD7-9230-47CE-8F52-5A96260F97A5}" dt="2022-12-03T10:34:56.304" v="2118" actId="478"/>
          <ac:spMkLst>
            <pc:docMk/>
            <pc:sldMk cId="2460096975" sldId="358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5:09.309" v="2124"/>
        <pc:sldMkLst>
          <pc:docMk/>
          <pc:sldMk cId="416386707" sldId="359"/>
        </pc:sldMkLst>
        <pc:spChg chg="add mod">
          <ac:chgData name="yoon xihyeon" userId="b03689a23d6da60b" providerId="LiveId" clId="{5D914AD7-9230-47CE-8F52-5A96260F97A5}" dt="2022-12-03T10:35:09.309" v="2124"/>
          <ac:spMkLst>
            <pc:docMk/>
            <pc:sldMk cId="416386707" sldId="359"/>
            <ac:spMk id="3" creationId="{79A4EFA8-8208-E4BD-5AAD-C614C71B132C}"/>
          </ac:spMkLst>
        </pc:spChg>
        <pc:spChg chg="del">
          <ac:chgData name="yoon xihyeon" userId="b03689a23d6da60b" providerId="LiveId" clId="{5D914AD7-9230-47CE-8F52-5A96260F97A5}" dt="2022-12-03T10:35:09.043" v="2123" actId="478"/>
          <ac:spMkLst>
            <pc:docMk/>
            <pc:sldMk cId="416386707" sldId="359"/>
            <ac:spMk id="12" creationId="{CB63722A-45C0-DA96-8D10-A88D88E14E0E}"/>
          </ac:spMkLst>
        </pc:spChg>
      </pc:sldChg>
      <pc:sldChg chg="add del ord">
        <pc:chgData name="yoon xihyeon" userId="b03689a23d6da60b" providerId="LiveId" clId="{5D914AD7-9230-47CE-8F52-5A96260F97A5}" dt="2022-12-03T10:37:41.759" v="2152" actId="47"/>
        <pc:sldMkLst>
          <pc:docMk/>
          <pc:sldMk cId="900837755" sldId="360"/>
        </pc:sldMkLst>
      </pc:sldChg>
      <pc:sldChg chg="add del ord">
        <pc:chgData name="yoon xihyeon" userId="b03689a23d6da60b" providerId="LiveId" clId="{5D914AD7-9230-47CE-8F52-5A96260F97A5}" dt="2022-12-03T10:37:42.911" v="2153" actId="47"/>
        <pc:sldMkLst>
          <pc:docMk/>
          <pc:sldMk cId="876336245" sldId="361"/>
        </pc:sldMkLst>
      </pc:sldChg>
      <pc:sldChg chg="add">
        <pc:chgData name="yoon xihyeon" userId="b03689a23d6da60b" providerId="LiveId" clId="{5D914AD7-9230-47CE-8F52-5A96260F97A5}" dt="2022-12-03T10:36:11.266" v="2131" actId="2890"/>
        <pc:sldMkLst>
          <pc:docMk/>
          <pc:sldMk cId="312894097" sldId="362"/>
        </pc:sldMkLst>
      </pc:sldChg>
      <pc:sldChg chg="add ord">
        <pc:chgData name="yoon xihyeon" userId="b03689a23d6da60b" providerId="LiveId" clId="{5D914AD7-9230-47CE-8F52-5A96260F97A5}" dt="2022-12-03T10:37:29.326" v="2151"/>
        <pc:sldMkLst>
          <pc:docMk/>
          <pc:sldMk cId="2838449012" sldId="3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792D6-B33D-4705-A763-AF8DC1CFE259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8968D-679B-4465-845C-34246BA9D2F1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C9A21-174C-4AA7-BEE3-F06448EB830C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84009-C2E9-4C4C-83BC-07741BA5E6F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E985E-BB24-4D98-8722-EA181E02C91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5559-9130-4948-B032-D35F993A4E4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39055-ABDD-49D9-A63A-3AB3C4D94912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BE73D-CF02-4C9D-8D91-CD9FE45E5B2C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A3A2A-5057-4D94-B8C0-288647304AE2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A51EC-0286-4CB2-ADA8-73D0CA68ADA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929C4-77F0-4706-A9FD-11962CFEDD1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3FB7A-3DF4-4CDC-8473-36A8DA4A20A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4F31D-7246-4348-A337-B884356BADF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5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0A387-68DF-402E-973E-69A0CB01FCB5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83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A5E3-9835-40E0-808F-5B8B76CB2491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39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89CC8-549C-4917-85E0-100A15C09A5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24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4232-1FAD-4A10-8A7B-83CF6F97011D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27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70888-7016-4C33-A61B-8BB2AB39CE85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11ABC-11E1-4ADB-8AEA-AEFB9303FC5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7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236AE-37F9-467D-8F38-E8F2B55ED06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7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ACB54-7FD8-437E-BB3B-82AB144D0E3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91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04EFF-87A2-4373-BABB-01E4B0779CF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9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CA5BC-84EE-41D9-B2AE-CADCA34B76DF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5FC83-6719-4451-9CED-6E8B430F527A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91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005AA-5EFF-441E-B457-29494E2E92A3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3D844-0EF4-467C-9AB0-9D7217F9ED0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48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jp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1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lang="en-US" altLang="ko-KR" sz="3200" dirty="0">
              <a:solidFill>
                <a:prstClr val="white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2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4711881" cy="334970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/>
          </p:cNvSpPr>
          <p:nvPr/>
        </p:nvSpPr>
        <p:spPr>
          <a:xfrm>
            <a:off x="8706901" y="4621472"/>
            <a:ext cx="203475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8672" y="4635999"/>
            <a:ext cx="227838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 기록 앱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94470" y="4621472"/>
            <a:ext cx="3446691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en-US" altLang="ko-KR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Suggestic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나에게 맞는 음식을 제안하는 앱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53CB76-F0BC-BBC6-7637-CF6338606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5601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5400000">
            <a:off x="200615" y="1698501"/>
            <a:ext cx="5855412" cy="4313486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54766" y="1036670"/>
            <a:ext cx="1096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</a:t>
            </a:r>
            <a:r>
              <a:rPr lang="en-US" altLang="ko-KR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/</a:t>
            </a:r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실행</a:t>
            </a:r>
            <a:endParaRPr lang="ko-KR" altLang="en-US" dirty="0">
              <a:solidFill>
                <a:schemeClr val="accent2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EC74DB-E28A-0258-BCAB-3ABC1BF110B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6200000">
            <a:off x="6111221" y="1578292"/>
            <a:ext cx="5855412" cy="4521244"/>
            <a:chOff x="3141134" y="1907446"/>
            <a:chExt cx="5855412" cy="360000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226F056-6D56-210E-95FC-DD68DDED22C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5ABEF6-466C-8411-6B1B-E095C93131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29493" y="3654835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디자인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589ED6-2357-1811-BBC7-3373FB82CF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44050" y="365103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콘텐츠 환경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DB3A-2048-EAB6-36B7-616D8946E8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67484" y="1036670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DB/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C4F4A47-7470-5F95-B2E9-2F4231028B9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135" y="4297208"/>
            <a:ext cx="1052035" cy="10520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F144570-72F4-6AD5-313E-63970DDB0A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566" y="4297209"/>
            <a:ext cx="1052034" cy="1052034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C3CF9D3-1276-7A55-B535-19C592EE3CF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3000" y="1685815"/>
            <a:ext cx="1325278" cy="1325278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02689628-409A-D468-549C-A38C7E22FD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5167" y="1685815"/>
            <a:ext cx="1325278" cy="132527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173BDA9-8514-33C4-0E0A-28677657D2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705" y="4297208"/>
            <a:ext cx="1052035" cy="10520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97B9B12-0A09-B3D1-68E8-8429A690E9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0" y="1609977"/>
            <a:ext cx="1571625" cy="148590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343B1FF6-C39E-68A3-5F22-0FBBA840513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1" y="4296336"/>
            <a:ext cx="1571625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51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/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/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/>
            <p:nvPr/>
          </p:nvSpPr>
          <p:spPr>
            <a:xfrm>
              <a:off x="1349306" y="2653442"/>
              <a:ext cx="7495874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정보를 바탕으로 나에게 맞는 영양성분 수치 검색하고 가져오기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섭취량과 목표량을 보기 쉽게 수치화해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입력된 정보를 바탕으로 수치화된 영양정보 표로 제공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이전 섭취량 기록 데이터 저장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/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나의 성분분석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54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/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/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/>
            <p:nvPr/>
          </p:nvSpPr>
          <p:spPr>
            <a:xfrm>
              <a:off x="1349305" y="2653442"/>
              <a:ext cx="8818151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기록할 때마다 실시간으로 변하는 영양성분 섭취량과 남은 양을 눈에 보기 쉽게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나에게 맞는 음식인지 알려줌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알러지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사용하면서 쌓인 데이터를 분석하여 이용자에게 더 적합한 맟춤형 식당 제공 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(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보류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)</a:t>
              </a:r>
            </a:p>
            <a:p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체형에 맞게 영향성분 분석 및 남은 하루 권장 영향 성분 권장량 계산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/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영양성분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1644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/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/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/>
            <p:nvPr/>
          </p:nvSpPr>
          <p:spPr>
            <a:xfrm>
              <a:off x="1367525" y="2644201"/>
              <a:ext cx="8709094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메뉴스캔시 음식에 들어가는 성분들을 분석해 수치화된 영양정보를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제공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결과를 토대로 섭취한 양에 따른 값 변화를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화면에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UI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표시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혹은 음식제품의 큐알 코드 스캔시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식단정보 추출 및 영양성분표시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나의 체질에 맞는 가장 좋은 메뉴 추천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음식 클릭 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실제 음식 사이즈를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미리 확인할 수 있게 배치 기능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/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*AR</a:t>
              </a:r>
              <a:r>
                <a:rPr lang="ko-KR" altLang="en-US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구현</a:t>
              </a:r>
              <a:endParaRPr lang="en-US" altLang="ko-KR" sz="2000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88109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5AB0E3-8FEC-5BD4-289F-0AD1CF8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23CB85-11BD-80A6-817A-0753C1B6A628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3CC88-3E96-2782-954C-69B06004925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인터페이스 구성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/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29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3175B6-0AC0-9EA7-2ED3-674ED30C0CA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시스템 구성도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9616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/>
          <p:nvPr/>
        </p:nvSpPr>
        <p:spPr>
          <a:xfrm>
            <a:off x="159391" y="82731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30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5BB24B-4520-62AE-119A-9AB8CF3BF345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서비스 흐름도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/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31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42E0-F60C-7A50-397B-192F5AEA715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762985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/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32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3000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/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33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190284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/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34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84490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/>
          <p:nvPr/>
        </p:nvSpPr>
        <p:spPr>
          <a:xfrm>
            <a:off x="159391" y="82731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35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28940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/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36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74878-3EEB-78B2-98FA-FD715F35483A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037452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/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37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92EB44-D924-27C7-04BE-FB782AE9B829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600969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/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38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A4EFA8-8208-E4BD-5AAD-C614C71B132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63867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F236F-C956-8247-DA84-DBF48FA4A2F2}"/>
              </a:ext>
            </a:extLst>
          </p:cNvPr>
          <p:cNvSpPr txBox="1"/>
          <p:nvPr/>
        </p:nvSpPr>
        <p:spPr>
          <a:xfrm>
            <a:off x="329610" y="111525"/>
            <a:ext cx="24961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타원 11">
            <a:extLst>
              <a:ext uri="{FF2B5EF4-FFF2-40B4-BE49-F238E27FC236}">
                <a16:creationId xmlns:a16="http://schemas.microsoft.com/office/drawing/2014/main" id="{47787AB6-23A8-0438-1C50-B29FA53CD797}"/>
              </a:ext>
            </a:extLst>
          </p:cNvPr>
          <p:cNvSpPr/>
          <p:nvPr/>
        </p:nvSpPr>
        <p:spPr>
          <a:xfrm>
            <a:off x="8474152" y="652690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663810" y="3140152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4291842" y="629515"/>
            <a:ext cx="3717849" cy="371784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87E40-8C6D-411B-ADF3-D51036089F8E}"/>
              </a:ext>
            </a:extLst>
          </p:cNvPr>
          <p:cNvSpPr txBox="1"/>
          <p:nvPr/>
        </p:nvSpPr>
        <p:spPr>
          <a:xfrm>
            <a:off x="4792403" y="1504732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E703E8-0523-17BE-BF61-DAC77D04D160}"/>
              </a:ext>
            </a:extLst>
          </p:cNvPr>
          <p:cNvSpPr txBox="1"/>
          <p:nvPr/>
        </p:nvSpPr>
        <p:spPr>
          <a:xfrm>
            <a:off x="329610" y="111525"/>
            <a:ext cx="42098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9. 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기대 효과 및 활용 방안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AD064C-2529-8B79-7621-D31FA7140FB7}"/>
              </a:ext>
            </a:extLst>
          </p:cNvPr>
          <p:cNvSpPr txBox="1"/>
          <p:nvPr/>
        </p:nvSpPr>
        <p:spPr>
          <a:xfrm>
            <a:off x="7047976" y="4140860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2299285" y="3056831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A12A1-8C0D-1EF4-AFD2-D71BFE6DCC2B}"/>
              </a:ext>
            </a:extLst>
          </p:cNvPr>
          <p:cNvSpPr txBox="1"/>
          <p:nvPr/>
        </p:nvSpPr>
        <p:spPr>
          <a:xfrm>
            <a:off x="2732618" y="4139705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01B5952-1395-031D-7267-20370B40C8F4}"/>
              </a:ext>
            </a:extLst>
          </p:cNvPr>
          <p:cNvSpPr/>
          <p:nvPr/>
        </p:nvSpPr>
        <p:spPr>
          <a:xfrm>
            <a:off x="161298" y="634745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4D12E2-A1BE-882B-B9F6-A52C642616ED}"/>
              </a:ext>
            </a:extLst>
          </p:cNvPr>
          <p:cNvSpPr txBox="1"/>
          <p:nvPr/>
        </p:nvSpPr>
        <p:spPr>
          <a:xfrm>
            <a:off x="614895" y="1506878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714B8-BDE2-86B7-8C22-7E53268E9C87}"/>
              </a:ext>
            </a:extLst>
          </p:cNvPr>
          <p:cNvSpPr txBox="1"/>
          <p:nvPr/>
        </p:nvSpPr>
        <p:spPr>
          <a:xfrm>
            <a:off x="9077546" y="1504732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96EF073-A90A-6C6D-50AC-593A17D6ED7C}"/>
              </a:ext>
            </a:extLst>
          </p:cNvPr>
          <p:cNvSpPr/>
          <p:nvPr/>
        </p:nvSpPr>
        <p:spPr>
          <a:xfrm>
            <a:off x="0" y="3428999"/>
            <a:ext cx="12192000" cy="34289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10606" y="2180267"/>
            <a:ext cx="21707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감사합니다</a:t>
            </a:r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~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41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896</TotalTime>
  <Words>1806</Words>
  <Application>Microsoft Office PowerPoint</Application>
  <PresentationFormat>와이드스크린</PresentationFormat>
  <Paragraphs>379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41</vt:i4>
      </vt:variant>
    </vt:vector>
  </HeadingPairs>
  <TitlesOfParts>
    <vt:vector size="49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34</cp:revision>
  <dcterms:created xsi:type="dcterms:W3CDTF">2020-11-18T01:48:02Z</dcterms:created>
  <dcterms:modified xsi:type="dcterms:W3CDTF">2022-12-03T10:38:13Z</dcterms:modified>
</cp:coreProperties>
</file>